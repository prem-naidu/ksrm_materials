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64" r:id="rId12"/>
    <p:sldId id="266" r:id="rId13"/>
    <p:sldId id="267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660" y="-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0A2AAD-3768-4745-9DD3-3FE771E48977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242DA36-93E3-4BCE-9FD9-CC5EEA104324}">
      <dgm:prSet phldrT="[Text]"/>
      <dgm:spPr/>
      <dgm:t>
        <a:bodyPr/>
        <a:lstStyle/>
        <a:p>
          <a:pPr>
            <a:buNone/>
          </a:pPr>
          <a:r>
            <a:rPr lang="en-GB" b="1" dirty="0"/>
            <a:t>Retrieve Event Agenda</a:t>
          </a:r>
          <a:endParaRPr lang="en-US" dirty="0"/>
        </a:p>
      </dgm:t>
    </dgm:pt>
    <dgm:pt modelId="{ED767217-6858-4BCA-9D74-92DE8FE52A6F}" type="parTrans" cxnId="{E9456CF4-5E35-4349-A2DD-EA4456DE6CE7}">
      <dgm:prSet/>
      <dgm:spPr/>
      <dgm:t>
        <a:bodyPr/>
        <a:lstStyle/>
        <a:p>
          <a:endParaRPr lang="en-US"/>
        </a:p>
      </dgm:t>
    </dgm:pt>
    <dgm:pt modelId="{EA469A4E-9DA1-41E2-B5C3-C859292E7389}" type="sibTrans" cxnId="{E9456CF4-5E35-4349-A2DD-EA4456DE6CE7}">
      <dgm:prSet/>
      <dgm:spPr/>
      <dgm:t>
        <a:bodyPr/>
        <a:lstStyle/>
        <a:p>
          <a:endParaRPr lang="en-US"/>
        </a:p>
      </dgm:t>
    </dgm:pt>
    <dgm:pt modelId="{F770A77A-0E40-4A36-996C-63ECFAFBD5DE}">
      <dgm:prSet phldrT="[Text]"/>
      <dgm:spPr/>
      <dgm:t>
        <a:bodyPr/>
        <a:lstStyle/>
        <a:p>
          <a:pPr algn="l">
            <a:buNone/>
          </a:pPr>
          <a:r>
            <a:rPr lang="en-GB" dirty="0"/>
            <a:t>View events assigned to educator</a:t>
          </a:r>
          <a:endParaRPr lang="en-US" dirty="0"/>
        </a:p>
      </dgm:t>
    </dgm:pt>
    <dgm:pt modelId="{04135BDF-43B8-4829-9A75-CD0FB348C091}" type="parTrans" cxnId="{07E3F7A4-69AA-41F8-9A83-A452A99CD9C3}">
      <dgm:prSet/>
      <dgm:spPr/>
      <dgm:t>
        <a:bodyPr/>
        <a:lstStyle/>
        <a:p>
          <a:endParaRPr lang="en-US"/>
        </a:p>
      </dgm:t>
    </dgm:pt>
    <dgm:pt modelId="{F3D58AE2-6427-429B-AA8A-2FF5A48D55BB}" type="sibTrans" cxnId="{07E3F7A4-69AA-41F8-9A83-A452A99CD9C3}">
      <dgm:prSet/>
      <dgm:spPr/>
      <dgm:t>
        <a:bodyPr/>
        <a:lstStyle/>
        <a:p>
          <a:endParaRPr lang="en-US"/>
        </a:p>
      </dgm:t>
    </dgm:pt>
    <dgm:pt modelId="{DF91BD01-4A40-4AE2-A62F-75D013045E32}">
      <dgm:prSet phldrT="[Text]"/>
      <dgm:spPr/>
      <dgm:t>
        <a:bodyPr/>
        <a:lstStyle/>
        <a:p>
          <a:pPr>
            <a:buNone/>
          </a:pPr>
          <a:r>
            <a:rPr lang="en-GB" b="1" dirty="0"/>
            <a:t>Upload/Update Materials</a:t>
          </a:r>
          <a:endParaRPr lang="en-US" dirty="0"/>
        </a:p>
      </dgm:t>
    </dgm:pt>
    <dgm:pt modelId="{408B5A57-B912-4183-BD71-FAAB122D6245}" type="parTrans" cxnId="{A698B255-3A55-474E-BB20-CCFA3EB73DD4}">
      <dgm:prSet/>
      <dgm:spPr/>
      <dgm:t>
        <a:bodyPr/>
        <a:lstStyle/>
        <a:p>
          <a:endParaRPr lang="en-US"/>
        </a:p>
      </dgm:t>
    </dgm:pt>
    <dgm:pt modelId="{988D2356-717E-4491-BD90-CEC20395E779}" type="sibTrans" cxnId="{A698B255-3A55-474E-BB20-CCFA3EB73DD4}">
      <dgm:prSet/>
      <dgm:spPr/>
      <dgm:t>
        <a:bodyPr/>
        <a:lstStyle/>
        <a:p>
          <a:endParaRPr lang="en-US"/>
        </a:p>
      </dgm:t>
    </dgm:pt>
    <dgm:pt modelId="{F12BB90F-9762-41DC-A475-D2DEC2125DED}">
      <dgm:prSet phldrT="[Text]"/>
      <dgm:spPr/>
      <dgm:t>
        <a:bodyPr/>
        <a:lstStyle/>
        <a:p>
          <a:pPr>
            <a:buNone/>
          </a:pPr>
          <a:r>
            <a:rPr lang="en-GB" dirty="0"/>
            <a:t>Add learning resources to </a:t>
          </a:r>
          <a:endParaRPr lang="en-US" dirty="0"/>
        </a:p>
      </dgm:t>
    </dgm:pt>
    <dgm:pt modelId="{2D1420E5-3DBF-4583-BEE2-6734ECC93C58}" type="parTrans" cxnId="{58C79813-65A2-46A8-95D5-FFDBDD64C151}">
      <dgm:prSet/>
      <dgm:spPr/>
      <dgm:t>
        <a:bodyPr/>
        <a:lstStyle/>
        <a:p>
          <a:endParaRPr lang="en-US"/>
        </a:p>
      </dgm:t>
    </dgm:pt>
    <dgm:pt modelId="{2E2DE933-4D8D-40D3-BE8D-BFB3B1BE9BA1}" type="sibTrans" cxnId="{58C79813-65A2-46A8-95D5-FFDBDD64C151}">
      <dgm:prSet/>
      <dgm:spPr/>
      <dgm:t>
        <a:bodyPr/>
        <a:lstStyle/>
        <a:p>
          <a:endParaRPr lang="en-US"/>
        </a:p>
      </dgm:t>
    </dgm:pt>
    <dgm:pt modelId="{4B81E8C2-FC3A-49FB-9FFF-9C254B03EF0B}" type="pres">
      <dgm:prSet presAssocID="{A80A2AAD-3768-4745-9DD3-3FE771E48977}" presName="Name0" presStyleCnt="0">
        <dgm:presLayoutVars>
          <dgm:dir/>
          <dgm:animLvl val="lvl"/>
          <dgm:resizeHandles val="exact"/>
        </dgm:presLayoutVars>
      </dgm:prSet>
      <dgm:spPr/>
    </dgm:pt>
    <dgm:pt modelId="{D03BE28F-59F7-4D0E-9F92-70E54D0E544C}" type="pres">
      <dgm:prSet presAssocID="{9242DA36-93E3-4BCE-9FD9-CC5EEA104324}" presName="composite" presStyleCnt="0"/>
      <dgm:spPr/>
    </dgm:pt>
    <dgm:pt modelId="{AEC8A79E-D403-438E-99DE-9FEC1D948758}" type="pres">
      <dgm:prSet presAssocID="{9242DA36-93E3-4BCE-9FD9-CC5EEA10432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14350E66-8F90-4ADF-8C25-D50848E6525D}" type="pres">
      <dgm:prSet presAssocID="{9242DA36-93E3-4BCE-9FD9-CC5EEA104324}" presName="desTx" presStyleLbl="alignAccFollowNode1" presStyleIdx="0" presStyleCnt="2">
        <dgm:presLayoutVars>
          <dgm:bulletEnabled val="1"/>
        </dgm:presLayoutVars>
      </dgm:prSet>
      <dgm:spPr/>
    </dgm:pt>
    <dgm:pt modelId="{077B2219-5415-4F5C-B9A0-0AF99F680916}" type="pres">
      <dgm:prSet presAssocID="{EA469A4E-9DA1-41E2-B5C3-C859292E7389}" presName="space" presStyleCnt="0"/>
      <dgm:spPr/>
    </dgm:pt>
    <dgm:pt modelId="{4D70F721-4984-4E3C-ADC2-C56229E199DE}" type="pres">
      <dgm:prSet presAssocID="{DF91BD01-4A40-4AE2-A62F-75D013045E32}" presName="composite" presStyleCnt="0"/>
      <dgm:spPr/>
    </dgm:pt>
    <dgm:pt modelId="{1B267999-4ED2-4F87-8845-C1A47446318C}" type="pres">
      <dgm:prSet presAssocID="{DF91BD01-4A40-4AE2-A62F-75D013045E3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CAEB552-BBD7-47A3-8FD8-1F93FA8C9C82}" type="pres">
      <dgm:prSet presAssocID="{DF91BD01-4A40-4AE2-A62F-75D013045E3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58C79813-65A2-46A8-95D5-FFDBDD64C151}" srcId="{DF91BD01-4A40-4AE2-A62F-75D013045E32}" destId="{F12BB90F-9762-41DC-A475-D2DEC2125DED}" srcOrd="0" destOrd="0" parTransId="{2D1420E5-3DBF-4583-BEE2-6734ECC93C58}" sibTransId="{2E2DE933-4D8D-40D3-BE8D-BFB3B1BE9BA1}"/>
    <dgm:cxn modelId="{184D9965-890D-43C0-BBAC-67D616498A5D}" type="presOf" srcId="{F12BB90F-9762-41DC-A475-D2DEC2125DED}" destId="{7CAEB552-BBD7-47A3-8FD8-1F93FA8C9C82}" srcOrd="0" destOrd="0" presId="urn:microsoft.com/office/officeart/2005/8/layout/hList1"/>
    <dgm:cxn modelId="{A698B255-3A55-474E-BB20-CCFA3EB73DD4}" srcId="{A80A2AAD-3768-4745-9DD3-3FE771E48977}" destId="{DF91BD01-4A40-4AE2-A62F-75D013045E32}" srcOrd="1" destOrd="0" parTransId="{408B5A57-B912-4183-BD71-FAAB122D6245}" sibTransId="{988D2356-717E-4491-BD90-CEC20395E779}"/>
    <dgm:cxn modelId="{00C74082-A680-4279-8558-BCC15DA662B7}" type="presOf" srcId="{9242DA36-93E3-4BCE-9FD9-CC5EEA104324}" destId="{AEC8A79E-D403-438E-99DE-9FEC1D948758}" srcOrd="0" destOrd="0" presId="urn:microsoft.com/office/officeart/2005/8/layout/hList1"/>
    <dgm:cxn modelId="{07E3F7A4-69AA-41F8-9A83-A452A99CD9C3}" srcId="{9242DA36-93E3-4BCE-9FD9-CC5EEA104324}" destId="{F770A77A-0E40-4A36-996C-63ECFAFBD5DE}" srcOrd="0" destOrd="0" parTransId="{04135BDF-43B8-4829-9A75-CD0FB348C091}" sibTransId="{F3D58AE2-6427-429B-AA8A-2FF5A48D55BB}"/>
    <dgm:cxn modelId="{816C06A8-7AD7-4496-B2AA-18259315181B}" type="presOf" srcId="{F770A77A-0E40-4A36-996C-63ECFAFBD5DE}" destId="{14350E66-8F90-4ADF-8C25-D50848E6525D}" srcOrd="0" destOrd="0" presId="urn:microsoft.com/office/officeart/2005/8/layout/hList1"/>
    <dgm:cxn modelId="{C1752CE5-F429-4F61-887D-5CD97460A93B}" type="presOf" srcId="{A80A2AAD-3768-4745-9DD3-3FE771E48977}" destId="{4B81E8C2-FC3A-49FB-9FFF-9C254B03EF0B}" srcOrd="0" destOrd="0" presId="urn:microsoft.com/office/officeart/2005/8/layout/hList1"/>
    <dgm:cxn modelId="{DEC283F1-A0E6-49D7-9303-7BFF46844AE8}" type="presOf" srcId="{DF91BD01-4A40-4AE2-A62F-75D013045E32}" destId="{1B267999-4ED2-4F87-8845-C1A47446318C}" srcOrd="0" destOrd="0" presId="urn:microsoft.com/office/officeart/2005/8/layout/hList1"/>
    <dgm:cxn modelId="{E9456CF4-5E35-4349-A2DD-EA4456DE6CE7}" srcId="{A80A2AAD-3768-4745-9DD3-3FE771E48977}" destId="{9242DA36-93E3-4BCE-9FD9-CC5EEA104324}" srcOrd="0" destOrd="0" parTransId="{ED767217-6858-4BCA-9D74-92DE8FE52A6F}" sibTransId="{EA469A4E-9DA1-41E2-B5C3-C859292E7389}"/>
    <dgm:cxn modelId="{FA237743-2CE6-4FA3-BFB6-E889DDFB8497}" type="presParOf" srcId="{4B81E8C2-FC3A-49FB-9FFF-9C254B03EF0B}" destId="{D03BE28F-59F7-4D0E-9F92-70E54D0E544C}" srcOrd="0" destOrd="0" presId="urn:microsoft.com/office/officeart/2005/8/layout/hList1"/>
    <dgm:cxn modelId="{8CAF0387-C98A-491E-B57F-77049FF1E192}" type="presParOf" srcId="{D03BE28F-59F7-4D0E-9F92-70E54D0E544C}" destId="{AEC8A79E-D403-438E-99DE-9FEC1D948758}" srcOrd="0" destOrd="0" presId="urn:microsoft.com/office/officeart/2005/8/layout/hList1"/>
    <dgm:cxn modelId="{BC14A1D5-C6EE-454A-BB29-A3A0C0B276BF}" type="presParOf" srcId="{D03BE28F-59F7-4D0E-9F92-70E54D0E544C}" destId="{14350E66-8F90-4ADF-8C25-D50848E6525D}" srcOrd="1" destOrd="0" presId="urn:microsoft.com/office/officeart/2005/8/layout/hList1"/>
    <dgm:cxn modelId="{E77B1B07-2B6E-435B-A789-842C5C4BB412}" type="presParOf" srcId="{4B81E8C2-FC3A-49FB-9FFF-9C254B03EF0B}" destId="{077B2219-5415-4F5C-B9A0-0AF99F680916}" srcOrd="1" destOrd="0" presId="urn:microsoft.com/office/officeart/2005/8/layout/hList1"/>
    <dgm:cxn modelId="{FF78F72A-FAD1-4133-8FDB-36D18D38C0CF}" type="presParOf" srcId="{4B81E8C2-FC3A-49FB-9FFF-9C254B03EF0B}" destId="{4D70F721-4984-4E3C-ADC2-C56229E199DE}" srcOrd="2" destOrd="0" presId="urn:microsoft.com/office/officeart/2005/8/layout/hList1"/>
    <dgm:cxn modelId="{9275B4CE-339D-451C-B43B-B070F8273A49}" type="presParOf" srcId="{4D70F721-4984-4E3C-ADC2-C56229E199DE}" destId="{1B267999-4ED2-4F87-8845-C1A47446318C}" srcOrd="0" destOrd="0" presId="urn:microsoft.com/office/officeart/2005/8/layout/hList1"/>
    <dgm:cxn modelId="{F1B4BB0C-1419-4A18-BEC0-456743DFA651}" type="presParOf" srcId="{4D70F721-4984-4E3C-ADC2-C56229E199DE}" destId="{7CAEB552-BBD7-47A3-8FD8-1F93FA8C9C8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C937A5-E86D-45EF-B6ED-2F5FC257F23C}" type="doc">
      <dgm:prSet loTypeId="urn:microsoft.com/office/officeart/2005/8/layout/vList3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B9B125D8-6DB0-48D5-B99A-4EBF34366451}">
      <dgm:prSet phldrT="[Text]" phldr="0"/>
      <dgm:spPr/>
      <dgm:t>
        <a:bodyPr/>
        <a:lstStyle/>
        <a:p>
          <a:r>
            <a:rPr lang="en-US" dirty="0"/>
            <a:t>Controller Layer</a:t>
          </a:r>
        </a:p>
      </dgm:t>
    </dgm:pt>
    <dgm:pt modelId="{E7DDD7A8-A16B-401E-BE9A-E363B5B9A134}" type="parTrans" cxnId="{ED89BFA9-77D4-4869-9809-880F7E1C36D6}">
      <dgm:prSet/>
      <dgm:spPr/>
      <dgm:t>
        <a:bodyPr/>
        <a:lstStyle/>
        <a:p>
          <a:endParaRPr lang="en-US"/>
        </a:p>
      </dgm:t>
    </dgm:pt>
    <dgm:pt modelId="{4C989618-D725-480C-9A29-12FFD3549A7E}" type="sibTrans" cxnId="{ED89BFA9-77D4-4869-9809-880F7E1C36D6}">
      <dgm:prSet/>
      <dgm:spPr/>
      <dgm:t>
        <a:bodyPr/>
        <a:lstStyle/>
        <a:p>
          <a:endParaRPr lang="en-US"/>
        </a:p>
      </dgm:t>
    </dgm:pt>
    <dgm:pt modelId="{9D677D45-0F07-4EC6-BA02-93C836F1B47D}">
      <dgm:prSet phldrT="[Text]" phldr="0"/>
      <dgm:spPr/>
      <dgm:t>
        <a:bodyPr/>
        <a:lstStyle/>
        <a:p>
          <a:r>
            <a:rPr lang="en-US" dirty="0"/>
            <a:t>Service Layer</a:t>
          </a:r>
        </a:p>
      </dgm:t>
    </dgm:pt>
    <dgm:pt modelId="{2ED9C82D-9EF0-476C-BBB9-0CE5F4F2F658}" type="parTrans" cxnId="{CA5E4EDD-DE75-459D-BBCD-F23DA773F5BD}">
      <dgm:prSet/>
      <dgm:spPr/>
      <dgm:t>
        <a:bodyPr/>
        <a:lstStyle/>
        <a:p>
          <a:endParaRPr lang="en-US"/>
        </a:p>
      </dgm:t>
    </dgm:pt>
    <dgm:pt modelId="{745FEA99-01FA-421B-96B4-0155FB380E62}" type="sibTrans" cxnId="{CA5E4EDD-DE75-459D-BBCD-F23DA773F5BD}">
      <dgm:prSet/>
      <dgm:spPr/>
      <dgm:t>
        <a:bodyPr/>
        <a:lstStyle/>
        <a:p>
          <a:endParaRPr lang="en-US"/>
        </a:p>
      </dgm:t>
    </dgm:pt>
    <dgm:pt modelId="{2E73F646-EB21-4972-9428-63995F30B3FD}">
      <dgm:prSet phldrT="[Text]" phldr="0"/>
      <dgm:spPr/>
      <dgm:t>
        <a:bodyPr/>
        <a:lstStyle/>
        <a:p>
          <a:r>
            <a:rPr lang="en-US" dirty="0"/>
            <a:t>Model Layer</a:t>
          </a:r>
        </a:p>
      </dgm:t>
    </dgm:pt>
    <dgm:pt modelId="{0CA1F89B-1FAA-4EB8-977D-1FDA1E4A2B47}" type="parTrans" cxnId="{6367D108-958C-494C-B0E9-F301B6662044}">
      <dgm:prSet/>
      <dgm:spPr/>
      <dgm:t>
        <a:bodyPr/>
        <a:lstStyle/>
        <a:p>
          <a:endParaRPr lang="en-US"/>
        </a:p>
      </dgm:t>
    </dgm:pt>
    <dgm:pt modelId="{F0C96555-98A5-4A8C-9073-6055DF6BD3B9}" type="sibTrans" cxnId="{6367D108-958C-494C-B0E9-F301B6662044}">
      <dgm:prSet/>
      <dgm:spPr/>
      <dgm:t>
        <a:bodyPr/>
        <a:lstStyle/>
        <a:p>
          <a:endParaRPr lang="en-US"/>
        </a:p>
      </dgm:t>
    </dgm:pt>
    <dgm:pt modelId="{6EAB6866-4FFC-4CC3-91F7-8B55CFBCE755}" type="pres">
      <dgm:prSet presAssocID="{49C937A5-E86D-45EF-B6ED-2F5FC257F23C}" presName="linearFlow" presStyleCnt="0">
        <dgm:presLayoutVars>
          <dgm:dir/>
          <dgm:resizeHandles val="exact"/>
        </dgm:presLayoutVars>
      </dgm:prSet>
      <dgm:spPr/>
    </dgm:pt>
    <dgm:pt modelId="{5A96D977-4AAE-419A-A60D-B529ECC37DCF}" type="pres">
      <dgm:prSet presAssocID="{B9B125D8-6DB0-48D5-B99A-4EBF34366451}" presName="composite" presStyleCnt="0"/>
      <dgm:spPr/>
    </dgm:pt>
    <dgm:pt modelId="{A51AC48C-BF07-4498-BDEC-24796032CFD3}" type="pres">
      <dgm:prSet presAssocID="{B9B125D8-6DB0-48D5-B99A-4EBF34366451}" presName="imgShp" presStyleLbl="fgImgPlace1" presStyleIdx="0" presStyleCnt="3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413F571C-A3CB-48EB-AAA7-E5E14DA43649}" type="pres">
      <dgm:prSet presAssocID="{B9B125D8-6DB0-48D5-B99A-4EBF34366451}" presName="txShp" presStyleLbl="node1" presStyleIdx="0" presStyleCnt="3">
        <dgm:presLayoutVars>
          <dgm:bulletEnabled val="1"/>
        </dgm:presLayoutVars>
      </dgm:prSet>
      <dgm:spPr/>
    </dgm:pt>
    <dgm:pt modelId="{784B9D69-F62A-47F3-BA2B-487F0CB1DB05}" type="pres">
      <dgm:prSet presAssocID="{4C989618-D725-480C-9A29-12FFD3549A7E}" presName="spacing" presStyleCnt="0"/>
      <dgm:spPr/>
    </dgm:pt>
    <dgm:pt modelId="{5FA28CC6-1E6B-42FA-815F-35EF67299505}" type="pres">
      <dgm:prSet presAssocID="{9D677D45-0F07-4EC6-BA02-93C836F1B47D}" presName="composite" presStyleCnt="0"/>
      <dgm:spPr/>
    </dgm:pt>
    <dgm:pt modelId="{41A189F3-B7A5-4894-A6FC-CCA6A9A9D89E}" type="pres">
      <dgm:prSet presAssocID="{9D677D45-0F07-4EC6-BA02-93C836F1B47D}" presName="imgShp" presStyleLbl="fgImgPlace1" presStyleIdx="1" presStyleCnt="3"/>
      <dgm:spPr>
        <a:blipFill rotWithShape="1"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70C2BC2C-C698-4D2D-9CFC-CDA73699E14D}" type="pres">
      <dgm:prSet presAssocID="{9D677D45-0F07-4EC6-BA02-93C836F1B47D}" presName="txShp" presStyleLbl="node1" presStyleIdx="1" presStyleCnt="3">
        <dgm:presLayoutVars>
          <dgm:bulletEnabled val="1"/>
        </dgm:presLayoutVars>
      </dgm:prSet>
      <dgm:spPr/>
    </dgm:pt>
    <dgm:pt modelId="{28D04B1A-9120-48CE-A1DA-98631D8185D0}" type="pres">
      <dgm:prSet presAssocID="{745FEA99-01FA-421B-96B4-0155FB380E62}" presName="spacing" presStyleCnt="0"/>
      <dgm:spPr/>
    </dgm:pt>
    <dgm:pt modelId="{89398EAA-9626-49BF-9805-A541B7AC8BBE}" type="pres">
      <dgm:prSet presAssocID="{2E73F646-EB21-4972-9428-63995F30B3FD}" presName="composite" presStyleCnt="0"/>
      <dgm:spPr/>
    </dgm:pt>
    <dgm:pt modelId="{AF0E0553-1D67-47B8-ADC2-3E12696D5048}" type="pres">
      <dgm:prSet presAssocID="{2E73F646-EB21-4972-9428-63995F30B3FD}" presName="imgShp" presStyleLbl="fgImgPlace1" presStyleIdx="2" presStyleCnt="3"/>
      <dgm:spPr>
        <a:blipFill rotWithShape="1"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6022A8EB-CB73-4B69-9647-6F002A3954F4}" type="pres">
      <dgm:prSet presAssocID="{2E73F646-EB21-4972-9428-63995F30B3FD}" presName="txShp" presStyleLbl="node1" presStyleIdx="2" presStyleCnt="3">
        <dgm:presLayoutVars>
          <dgm:bulletEnabled val="1"/>
        </dgm:presLayoutVars>
      </dgm:prSet>
      <dgm:spPr/>
    </dgm:pt>
  </dgm:ptLst>
  <dgm:cxnLst>
    <dgm:cxn modelId="{6367D108-958C-494C-B0E9-F301B6662044}" srcId="{49C937A5-E86D-45EF-B6ED-2F5FC257F23C}" destId="{2E73F646-EB21-4972-9428-63995F30B3FD}" srcOrd="2" destOrd="0" parTransId="{0CA1F89B-1FAA-4EB8-977D-1FDA1E4A2B47}" sibTransId="{F0C96555-98A5-4A8C-9073-6055DF6BD3B9}"/>
    <dgm:cxn modelId="{67F96748-3835-4452-9F90-00C414B779A3}" type="presOf" srcId="{B9B125D8-6DB0-48D5-B99A-4EBF34366451}" destId="{413F571C-A3CB-48EB-AAA7-E5E14DA43649}" srcOrd="0" destOrd="0" presId="urn:microsoft.com/office/officeart/2005/8/layout/vList3"/>
    <dgm:cxn modelId="{839C6450-5750-43FA-B221-8BF2DA324BCE}" type="presOf" srcId="{9D677D45-0F07-4EC6-BA02-93C836F1B47D}" destId="{70C2BC2C-C698-4D2D-9CFC-CDA73699E14D}" srcOrd="0" destOrd="0" presId="urn:microsoft.com/office/officeart/2005/8/layout/vList3"/>
    <dgm:cxn modelId="{27733579-C540-421E-83AB-22A681B3DE8A}" type="presOf" srcId="{49C937A5-E86D-45EF-B6ED-2F5FC257F23C}" destId="{6EAB6866-4FFC-4CC3-91F7-8B55CFBCE755}" srcOrd="0" destOrd="0" presId="urn:microsoft.com/office/officeart/2005/8/layout/vList3"/>
    <dgm:cxn modelId="{ED89BFA9-77D4-4869-9809-880F7E1C36D6}" srcId="{49C937A5-E86D-45EF-B6ED-2F5FC257F23C}" destId="{B9B125D8-6DB0-48D5-B99A-4EBF34366451}" srcOrd="0" destOrd="0" parTransId="{E7DDD7A8-A16B-401E-BE9A-E363B5B9A134}" sibTransId="{4C989618-D725-480C-9A29-12FFD3549A7E}"/>
    <dgm:cxn modelId="{075385C8-D49E-4081-BEBE-587B3AA95BDE}" type="presOf" srcId="{2E73F646-EB21-4972-9428-63995F30B3FD}" destId="{6022A8EB-CB73-4B69-9647-6F002A3954F4}" srcOrd="0" destOrd="0" presId="urn:microsoft.com/office/officeart/2005/8/layout/vList3"/>
    <dgm:cxn modelId="{CA5E4EDD-DE75-459D-BBCD-F23DA773F5BD}" srcId="{49C937A5-E86D-45EF-B6ED-2F5FC257F23C}" destId="{9D677D45-0F07-4EC6-BA02-93C836F1B47D}" srcOrd="1" destOrd="0" parTransId="{2ED9C82D-9EF0-476C-BBB9-0CE5F4F2F658}" sibTransId="{745FEA99-01FA-421B-96B4-0155FB380E62}"/>
    <dgm:cxn modelId="{C0F132EB-E4F7-46A1-9867-52200CBF24EC}" type="presParOf" srcId="{6EAB6866-4FFC-4CC3-91F7-8B55CFBCE755}" destId="{5A96D977-4AAE-419A-A60D-B529ECC37DCF}" srcOrd="0" destOrd="0" presId="urn:microsoft.com/office/officeart/2005/8/layout/vList3"/>
    <dgm:cxn modelId="{4848D68B-B4FB-4854-BD51-B97CAADB3903}" type="presParOf" srcId="{5A96D977-4AAE-419A-A60D-B529ECC37DCF}" destId="{A51AC48C-BF07-4498-BDEC-24796032CFD3}" srcOrd="0" destOrd="0" presId="urn:microsoft.com/office/officeart/2005/8/layout/vList3"/>
    <dgm:cxn modelId="{9CD5645B-1090-43CF-900B-43F4560B27A2}" type="presParOf" srcId="{5A96D977-4AAE-419A-A60D-B529ECC37DCF}" destId="{413F571C-A3CB-48EB-AAA7-E5E14DA43649}" srcOrd="1" destOrd="0" presId="urn:microsoft.com/office/officeart/2005/8/layout/vList3"/>
    <dgm:cxn modelId="{84E44254-52F2-4C70-93A6-2ABE723DB263}" type="presParOf" srcId="{6EAB6866-4FFC-4CC3-91F7-8B55CFBCE755}" destId="{784B9D69-F62A-47F3-BA2B-487F0CB1DB05}" srcOrd="1" destOrd="0" presId="urn:microsoft.com/office/officeart/2005/8/layout/vList3"/>
    <dgm:cxn modelId="{A20444C8-AEDC-4066-BC85-0F60C856B3D4}" type="presParOf" srcId="{6EAB6866-4FFC-4CC3-91F7-8B55CFBCE755}" destId="{5FA28CC6-1E6B-42FA-815F-35EF67299505}" srcOrd="2" destOrd="0" presId="urn:microsoft.com/office/officeart/2005/8/layout/vList3"/>
    <dgm:cxn modelId="{75580D97-9E12-4863-9FCA-96742C808CCD}" type="presParOf" srcId="{5FA28CC6-1E6B-42FA-815F-35EF67299505}" destId="{41A189F3-B7A5-4894-A6FC-CCA6A9A9D89E}" srcOrd="0" destOrd="0" presId="urn:microsoft.com/office/officeart/2005/8/layout/vList3"/>
    <dgm:cxn modelId="{04CBCF88-5BF8-4208-B2C0-066D40517A61}" type="presParOf" srcId="{5FA28CC6-1E6B-42FA-815F-35EF67299505}" destId="{70C2BC2C-C698-4D2D-9CFC-CDA73699E14D}" srcOrd="1" destOrd="0" presId="urn:microsoft.com/office/officeart/2005/8/layout/vList3"/>
    <dgm:cxn modelId="{929BBAD2-D9B5-4C2F-B7E2-CDDB5F232704}" type="presParOf" srcId="{6EAB6866-4FFC-4CC3-91F7-8B55CFBCE755}" destId="{28D04B1A-9120-48CE-A1DA-98631D8185D0}" srcOrd="3" destOrd="0" presId="urn:microsoft.com/office/officeart/2005/8/layout/vList3"/>
    <dgm:cxn modelId="{25A735C9-ACDD-4B03-B8CE-EB7F3616125C}" type="presParOf" srcId="{6EAB6866-4FFC-4CC3-91F7-8B55CFBCE755}" destId="{89398EAA-9626-49BF-9805-A541B7AC8BBE}" srcOrd="4" destOrd="0" presId="urn:microsoft.com/office/officeart/2005/8/layout/vList3"/>
    <dgm:cxn modelId="{F2AC0F04-1801-4AF9-A03D-648B06BB5ED8}" type="presParOf" srcId="{89398EAA-9626-49BF-9805-A541B7AC8BBE}" destId="{AF0E0553-1D67-47B8-ADC2-3E12696D5048}" srcOrd="0" destOrd="0" presId="urn:microsoft.com/office/officeart/2005/8/layout/vList3"/>
    <dgm:cxn modelId="{0CEC85F8-7913-4E15-B938-4CD7634002FD}" type="presParOf" srcId="{89398EAA-9626-49BF-9805-A541B7AC8BBE}" destId="{6022A8EB-CB73-4B69-9647-6F002A3954F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0A2AAD-3768-4745-9DD3-3FE771E48977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9242DA36-93E3-4BCE-9FD9-CC5EEA104324}">
      <dgm:prSet phldrT="[Text]"/>
      <dgm:spPr/>
      <dgm:t>
        <a:bodyPr/>
        <a:lstStyle/>
        <a:p>
          <a:pPr>
            <a:buNone/>
          </a:pPr>
          <a:r>
            <a:rPr lang="en-GB" b="1" dirty="0"/>
            <a:t>Event Registration</a:t>
          </a:r>
          <a:endParaRPr lang="en-US" dirty="0"/>
        </a:p>
      </dgm:t>
    </dgm:pt>
    <dgm:pt modelId="{ED767217-6858-4BCA-9D74-92DE8FE52A6F}" type="parTrans" cxnId="{E9456CF4-5E35-4349-A2DD-EA4456DE6CE7}">
      <dgm:prSet/>
      <dgm:spPr/>
      <dgm:t>
        <a:bodyPr/>
        <a:lstStyle/>
        <a:p>
          <a:endParaRPr lang="en-US"/>
        </a:p>
      </dgm:t>
    </dgm:pt>
    <dgm:pt modelId="{EA469A4E-9DA1-41E2-B5C3-C859292E7389}" type="sibTrans" cxnId="{E9456CF4-5E35-4349-A2DD-EA4456DE6CE7}">
      <dgm:prSet/>
      <dgm:spPr/>
      <dgm:t>
        <a:bodyPr/>
        <a:lstStyle/>
        <a:p>
          <a:endParaRPr lang="en-US"/>
        </a:p>
      </dgm:t>
    </dgm:pt>
    <dgm:pt modelId="{F770A77A-0E40-4A36-996C-63ECFAFBD5DE}">
      <dgm:prSet phldrT="[Text]"/>
      <dgm:spPr/>
      <dgm:t>
        <a:bodyPr/>
        <a:lstStyle/>
        <a:p>
          <a:pPr algn="l">
            <a:buNone/>
          </a:pPr>
          <a:r>
            <a:rPr lang="en-GB" dirty="0"/>
            <a:t>Students can register for available events</a:t>
          </a:r>
          <a:endParaRPr lang="en-US" dirty="0"/>
        </a:p>
      </dgm:t>
    </dgm:pt>
    <dgm:pt modelId="{04135BDF-43B8-4829-9A75-CD0FB348C091}" type="parTrans" cxnId="{07E3F7A4-69AA-41F8-9A83-A452A99CD9C3}">
      <dgm:prSet/>
      <dgm:spPr/>
      <dgm:t>
        <a:bodyPr/>
        <a:lstStyle/>
        <a:p>
          <a:endParaRPr lang="en-US"/>
        </a:p>
      </dgm:t>
    </dgm:pt>
    <dgm:pt modelId="{F3D58AE2-6427-429B-AA8A-2FF5A48D55BB}" type="sibTrans" cxnId="{07E3F7A4-69AA-41F8-9A83-A452A99CD9C3}">
      <dgm:prSet/>
      <dgm:spPr/>
      <dgm:t>
        <a:bodyPr/>
        <a:lstStyle/>
        <a:p>
          <a:endParaRPr lang="en-US"/>
        </a:p>
      </dgm:t>
    </dgm:pt>
    <dgm:pt modelId="{DF91BD01-4A40-4AE2-A62F-75D013045E32}">
      <dgm:prSet phldrT="[Text]"/>
      <dgm:spPr/>
      <dgm:t>
        <a:bodyPr/>
        <a:lstStyle/>
        <a:p>
          <a:pPr>
            <a:buNone/>
          </a:pPr>
          <a:r>
            <a:rPr lang="en-GB" b="1" dirty="0"/>
            <a:t>Booking Status</a:t>
          </a:r>
          <a:endParaRPr lang="en-US" dirty="0"/>
        </a:p>
      </dgm:t>
    </dgm:pt>
    <dgm:pt modelId="{408B5A57-B912-4183-BD71-FAAB122D6245}" type="parTrans" cxnId="{A698B255-3A55-474E-BB20-CCFA3EB73DD4}">
      <dgm:prSet/>
      <dgm:spPr/>
      <dgm:t>
        <a:bodyPr/>
        <a:lstStyle/>
        <a:p>
          <a:endParaRPr lang="en-US"/>
        </a:p>
      </dgm:t>
    </dgm:pt>
    <dgm:pt modelId="{988D2356-717E-4491-BD90-CEC20395E779}" type="sibTrans" cxnId="{A698B255-3A55-474E-BB20-CCFA3EB73DD4}">
      <dgm:prSet/>
      <dgm:spPr/>
      <dgm:t>
        <a:bodyPr/>
        <a:lstStyle/>
        <a:p>
          <a:endParaRPr lang="en-US"/>
        </a:p>
      </dgm:t>
    </dgm:pt>
    <dgm:pt modelId="{F12BB90F-9762-41DC-A475-D2DEC2125DED}">
      <dgm:prSet phldrT="[Text]"/>
      <dgm:spPr/>
      <dgm:t>
        <a:bodyPr/>
        <a:lstStyle/>
        <a:p>
          <a:pPr>
            <a:buNone/>
          </a:pPr>
          <a:r>
            <a:rPr lang="en-GB" dirty="0"/>
            <a:t>View all registrations in a table</a:t>
          </a:r>
          <a:endParaRPr lang="en-US" dirty="0"/>
        </a:p>
      </dgm:t>
    </dgm:pt>
    <dgm:pt modelId="{2D1420E5-3DBF-4583-BEE2-6734ECC93C58}" type="parTrans" cxnId="{58C79813-65A2-46A8-95D5-FFDBDD64C151}">
      <dgm:prSet/>
      <dgm:spPr/>
      <dgm:t>
        <a:bodyPr/>
        <a:lstStyle/>
        <a:p>
          <a:endParaRPr lang="en-US"/>
        </a:p>
      </dgm:t>
    </dgm:pt>
    <dgm:pt modelId="{2E2DE933-4D8D-40D3-BE8D-BFB3B1BE9BA1}" type="sibTrans" cxnId="{58C79813-65A2-46A8-95D5-FFDBDD64C151}">
      <dgm:prSet/>
      <dgm:spPr/>
      <dgm:t>
        <a:bodyPr/>
        <a:lstStyle/>
        <a:p>
          <a:endParaRPr lang="en-US"/>
        </a:p>
      </dgm:t>
    </dgm:pt>
    <dgm:pt modelId="{DD68F14A-01DC-434B-A594-702A96095C42}">
      <dgm:prSet/>
      <dgm:spPr/>
      <dgm:t>
        <a:bodyPr/>
        <a:lstStyle/>
        <a:p>
          <a:pPr>
            <a:buNone/>
          </a:pPr>
          <a:r>
            <a:rPr lang="en-GB" b="1" dirty="0"/>
            <a:t>Registration Tracking</a:t>
          </a:r>
        </a:p>
      </dgm:t>
    </dgm:pt>
    <dgm:pt modelId="{26194F37-548D-4C7B-907B-E58F5A5B6BF7}" type="parTrans" cxnId="{93136E54-051F-44AA-9194-D5476C4EB0EB}">
      <dgm:prSet/>
      <dgm:spPr/>
      <dgm:t>
        <a:bodyPr/>
        <a:lstStyle/>
        <a:p>
          <a:endParaRPr lang="en-US"/>
        </a:p>
      </dgm:t>
    </dgm:pt>
    <dgm:pt modelId="{16B90680-164D-4CFB-81AA-9C90D2F49A8B}" type="sibTrans" cxnId="{93136E54-051F-44AA-9194-D5476C4EB0EB}">
      <dgm:prSet/>
      <dgm:spPr/>
      <dgm:t>
        <a:bodyPr/>
        <a:lstStyle/>
        <a:p>
          <a:endParaRPr lang="en-US"/>
        </a:p>
      </dgm:t>
    </dgm:pt>
    <dgm:pt modelId="{7522E4BA-A3FC-423B-9DD1-B82A011118E1}">
      <dgm:prSet/>
      <dgm:spPr/>
      <dgm:t>
        <a:bodyPr/>
        <a:lstStyle/>
        <a:p>
          <a:pPr>
            <a:buNone/>
          </a:pPr>
          <a:r>
            <a:rPr lang="en-GB"/>
            <a:t>Check confirmation and waitlist status</a:t>
          </a:r>
          <a:endParaRPr lang="en-US"/>
        </a:p>
      </dgm:t>
    </dgm:pt>
    <dgm:pt modelId="{81E2112B-5B29-47AC-A14A-239AF11F514C}" type="parTrans" cxnId="{25136088-0AD1-49B6-B83A-7F8A78A9B067}">
      <dgm:prSet/>
      <dgm:spPr/>
      <dgm:t>
        <a:bodyPr/>
        <a:lstStyle/>
        <a:p>
          <a:endParaRPr lang="en-US"/>
        </a:p>
      </dgm:t>
    </dgm:pt>
    <dgm:pt modelId="{31138746-124B-40C7-B1A8-05092A27C265}" type="sibTrans" cxnId="{25136088-0AD1-49B6-B83A-7F8A78A9B067}">
      <dgm:prSet/>
      <dgm:spPr/>
      <dgm:t>
        <a:bodyPr/>
        <a:lstStyle/>
        <a:p>
          <a:endParaRPr lang="en-US"/>
        </a:p>
      </dgm:t>
    </dgm:pt>
    <dgm:pt modelId="{4B81E8C2-FC3A-49FB-9FFF-9C254B03EF0B}" type="pres">
      <dgm:prSet presAssocID="{A80A2AAD-3768-4745-9DD3-3FE771E48977}" presName="Name0" presStyleCnt="0">
        <dgm:presLayoutVars>
          <dgm:dir/>
          <dgm:animLvl val="lvl"/>
          <dgm:resizeHandles val="exact"/>
        </dgm:presLayoutVars>
      </dgm:prSet>
      <dgm:spPr/>
    </dgm:pt>
    <dgm:pt modelId="{D03BE28F-59F7-4D0E-9F92-70E54D0E544C}" type="pres">
      <dgm:prSet presAssocID="{9242DA36-93E3-4BCE-9FD9-CC5EEA104324}" presName="composite" presStyleCnt="0"/>
      <dgm:spPr/>
    </dgm:pt>
    <dgm:pt modelId="{AEC8A79E-D403-438E-99DE-9FEC1D948758}" type="pres">
      <dgm:prSet presAssocID="{9242DA36-93E3-4BCE-9FD9-CC5EEA10432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4350E66-8F90-4ADF-8C25-D50848E6525D}" type="pres">
      <dgm:prSet presAssocID="{9242DA36-93E3-4BCE-9FD9-CC5EEA104324}" presName="desTx" presStyleLbl="alignAccFollowNode1" presStyleIdx="0" presStyleCnt="3">
        <dgm:presLayoutVars>
          <dgm:bulletEnabled val="1"/>
        </dgm:presLayoutVars>
      </dgm:prSet>
      <dgm:spPr/>
    </dgm:pt>
    <dgm:pt modelId="{077B2219-5415-4F5C-B9A0-0AF99F680916}" type="pres">
      <dgm:prSet presAssocID="{EA469A4E-9DA1-41E2-B5C3-C859292E7389}" presName="space" presStyleCnt="0"/>
      <dgm:spPr/>
    </dgm:pt>
    <dgm:pt modelId="{4D70F721-4984-4E3C-ADC2-C56229E199DE}" type="pres">
      <dgm:prSet presAssocID="{DF91BD01-4A40-4AE2-A62F-75D013045E32}" presName="composite" presStyleCnt="0"/>
      <dgm:spPr/>
    </dgm:pt>
    <dgm:pt modelId="{1B267999-4ED2-4F87-8845-C1A47446318C}" type="pres">
      <dgm:prSet presAssocID="{DF91BD01-4A40-4AE2-A62F-75D013045E3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CAEB552-BBD7-47A3-8FD8-1F93FA8C9C82}" type="pres">
      <dgm:prSet presAssocID="{DF91BD01-4A40-4AE2-A62F-75D013045E32}" presName="desTx" presStyleLbl="alignAccFollowNode1" presStyleIdx="1" presStyleCnt="3">
        <dgm:presLayoutVars>
          <dgm:bulletEnabled val="1"/>
        </dgm:presLayoutVars>
      </dgm:prSet>
      <dgm:spPr/>
    </dgm:pt>
    <dgm:pt modelId="{7C2D0050-92A0-48D3-AD1E-152A950103C4}" type="pres">
      <dgm:prSet presAssocID="{988D2356-717E-4491-BD90-CEC20395E779}" presName="space" presStyleCnt="0"/>
      <dgm:spPr/>
    </dgm:pt>
    <dgm:pt modelId="{6688AA2F-6A91-4AEC-843F-3699FEC07510}" type="pres">
      <dgm:prSet presAssocID="{DD68F14A-01DC-434B-A594-702A96095C42}" presName="composite" presStyleCnt="0"/>
      <dgm:spPr/>
    </dgm:pt>
    <dgm:pt modelId="{32669E32-BA65-431B-A102-77B8C294F2B7}" type="pres">
      <dgm:prSet presAssocID="{DD68F14A-01DC-434B-A594-702A96095C4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F5D9E28D-E4F2-4670-9D38-0A1ADC16BAC2}" type="pres">
      <dgm:prSet presAssocID="{DD68F14A-01DC-434B-A594-702A96095C4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8C79813-65A2-46A8-95D5-FFDBDD64C151}" srcId="{DF91BD01-4A40-4AE2-A62F-75D013045E32}" destId="{F12BB90F-9762-41DC-A475-D2DEC2125DED}" srcOrd="0" destOrd="0" parTransId="{2D1420E5-3DBF-4583-BEE2-6734ECC93C58}" sibTransId="{2E2DE933-4D8D-40D3-BE8D-BFB3B1BE9BA1}"/>
    <dgm:cxn modelId="{184D9965-890D-43C0-BBAC-67D616498A5D}" type="presOf" srcId="{F12BB90F-9762-41DC-A475-D2DEC2125DED}" destId="{7CAEB552-BBD7-47A3-8FD8-1F93FA8C9C82}" srcOrd="0" destOrd="0" presId="urn:microsoft.com/office/officeart/2005/8/layout/hList1"/>
    <dgm:cxn modelId="{37DE9349-C660-4FE8-8191-D86E8979782A}" type="presOf" srcId="{7522E4BA-A3FC-423B-9DD1-B82A011118E1}" destId="{F5D9E28D-E4F2-4670-9D38-0A1ADC16BAC2}" srcOrd="0" destOrd="0" presId="urn:microsoft.com/office/officeart/2005/8/layout/hList1"/>
    <dgm:cxn modelId="{93136E54-051F-44AA-9194-D5476C4EB0EB}" srcId="{A80A2AAD-3768-4745-9DD3-3FE771E48977}" destId="{DD68F14A-01DC-434B-A594-702A96095C42}" srcOrd="2" destOrd="0" parTransId="{26194F37-548D-4C7B-907B-E58F5A5B6BF7}" sibTransId="{16B90680-164D-4CFB-81AA-9C90D2F49A8B}"/>
    <dgm:cxn modelId="{A698B255-3A55-474E-BB20-CCFA3EB73DD4}" srcId="{A80A2AAD-3768-4745-9DD3-3FE771E48977}" destId="{DF91BD01-4A40-4AE2-A62F-75D013045E32}" srcOrd="1" destOrd="0" parTransId="{408B5A57-B912-4183-BD71-FAAB122D6245}" sibTransId="{988D2356-717E-4491-BD90-CEC20395E779}"/>
    <dgm:cxn modelId="{00C74082-A680-4279-8558-BCC15DA662B7}" type="presOf" srcId="{9242DA36-93E3-4BCE-9FD9-CC5EEA104324}" destId="{AEC8A79E-D403-438E-99DE-9FEC1D948758}" srcOrd="0" destOrd="0" presId="urn:microsoft.com/office/officeart/2005/8/layout/hList1"/>
    <dgm:cxn modelId="{25136088-0AD1-49B6-B83A-7F8A78A9B067}" srcId="{DD68F14A-01DC-434B-A594-702A96095C42}" destId="{7522E4BA-A3FC-423B-9DD1-B82A011118E1}" srcOrd="0" destOrd="0" parTransId="{81E2112B-5B29-47AC-A14A-239AF11F514C}" sibTransId="{31138746-124B-40C7-B1A8-05092A27C265}"/>
    <dgm:cxn modelId="{07E3F7A4-69AA-41F8-9A83-A452A99CD9C3}" srcId="{9242DA36-93E3-4BCE-9FD9-CC5EEA104324}" destId="{F770A77A-0E40-4A36-996C-63ECFAFBD5DE}" srcOrd="0" destOrd="0" parTransId="{04135BDF-43B8-4829-9A75-CD0FB348C091}" sibTransId="{F3D58AE2-6427-429B-AA8A-2FF5A48D55BB}"/>
    <dgm:cxn modelId="{558115A7-049F-42A6-9E72-250FE6AD50B3}" type="presOf" srcId="{DD68F14A-01DC-434B-A594-702A96095C42}" destId="{32669E32-BA65-431B-A102-77B8C294F2B7}" srcOrd="0" destOrd="0" presId="urn:microsoft.com/office/officeart/2005/8/layout/hList1"/>
    <dgm:cxn modelId="{816C06A8-7AD7-4496-B2AA-18259315181B}" type="presOf" srcId="{F770A77A-0E40-4A36-996C-63ECFAFBD5DE}" destId="{14350E66-8F90-4ADF-8C25-D50848E6525D}" srcOrd="0" destOrd="0" presId="urn:microsoft.com/office/officeart/2005/8/layout/hList1"/>
    <dgm:cxn modelId="{C1752CE5-F429-4F61-887D-5CD97460A93B}" type="presOf" srcId="{A80A2AAD-3768-4745-9DD3-3FE771E48977}" destId="{4B81E8C2-FC3A-49FB-9FFF-9C254B03EF0B}" srcOrd="0" destOrd="0" presId="urn:microsoft.com/office/officeart/2005/8/layout/hList1"/>
    <dgm:cxn modelId="{DEC283F1-A0E6-49D7-9303-7BFF46844AE8}" type="presOf" srcId="{DF91BD01-4A40-4AE2-A62F-75D013045E32}" destId="{1B267999-4ED2-4F87-8845-C1A47446318C}" srcOrd="0" destOrd="0" presId="urn:microsoft.com/office/officeart/2005/8/layout/hList1"/>
    <dgm:cxn modelId="{E9456CF4-5E35-4349-A2DD-EA4456DE6CE7}" srcId="{A80A2AAD-3768-4745-9DD3-3FE771E48977}" destId="{9242DA36-93E3-4BCE-9FD9-CC5EEA104324}" srcOrd="0" destOrd="0" parTransId="{ED767217-6858-4BCA-9D74-92DE8FE52A6F}" sibTransId="{EA469A4E-9DA1-41E2-B5C3-C859292E7389}"/>
    <dgm:cxn modelId="{FA237743-2CE6-4FA3-BFB6-E889DDFB8497}" type="presParOf" srcId="{4B81E8C2-FC3A-49FB-9FFF-9C254B03EF0B}" destId="{D03BE28F-59F7-4D0E-9F92-70E54D0E544C}" srcOrd="0" destOrd="0" presId="urn:microsoft.com/office/officeart/2005/8/layout/hList1"/>
    <dgm:cxn modelId="{8CAF0387-C98A-491E-B57F-77049FF1E192}" type="presParOf" srcId="{D03BE28F-59F7-4D0E-9F92-70E54D0E544C}" destId="{AEC8A79E-D403-438E-99DE-9FEC1D948758}" srcOrd="0" destOrd="0" presId="urn:microsoft.com/office/officeart/2005/8/layout/hList1"/>
    <dgm:cxn modelId="{BC14A1D5-C6EE-454A-BB29-A3A0C0B276BF}" type="presParOf" srcId="{D03BE28F-59F7-4D0E-9F92-70E54D0E544C}" destId="{14350E66-8F90-4ADF-8C25-D50848E6525D}" srcOrd="1" destOrd="0" presId="urn:microsoft.com/office/officeart/2005/8/layout/hList1"/>
    <dgm:cxn modelId="{E77B1B07-2B6E-435B-A789-842C5C4BB412}" type="presParOf" srcId="{4B81E8C2-FC3A-49FB-9FFF-9C254B03EF0B}" destId="{077B2219-5415-4F5C-B9A0-0AF99F680916}" srcOrd="1" destOrd="0" presId="urn:microsoft.com/office/officeart/2005/8/layout/hList1"/>
    <dgm:cxn modelId="{FF78F72A-FAD1-4133-8FDB-36D18D38C0CF}" type="presParOf" srcId="{4B81E8C2-FC3A-49FB-9FFF-9C254B03EF0B}" destId="{4D70F721-4984-4E3C-ADC2-C56229E199DE}" srcOrd="2" destOrd="0" presId="urn:microsoft.com/office/officeart/2005/8/layout/hList1"/>
    <dgm:cxn modelId="{9275B4CE-339D-451C-B43B-B070F8273A49}" type="presParOf" srcId="{4D70F721-4984-4E3C-ADC2-C56229E199DE}" destId="{1B267999-4ED2-4F87-8845-C1A47446318C}" srcOrd="0" destOrd="0" presId="urn:microsoft.com/office/officeart/2005/8/layout/hList1"/>
    <dgm:cxn modelId="{F1B4BB0C-1419-4A18-BEC0-456743DFA651}" type="presParOf" srcId="{4D70F721-4984-4E3C-ADC2-C56229E199DE}" destId="{7CAEB552-BBD7-47A3-8FD8-1F93FA8C9C82}" srcOrd="1" destOrd="0" presId="urn:microsoft.com/office/officeart/2005/8/layout/hList1"/>
    <dgm:cxn modelId="{C00D565B-CE4B-48CD-8541-CED43F58D1A3}" type="presParOf" srcId="{4B81E8C2-FC3A-49FB-9FFF-9C254B03EF0B}" destId="{7C2D0050-92A0-48D3-AD1E-152A950103C4}" srcOrd="3" destOrd="0" presId="urn:microsoft.com/office/officeart/2005/8/layout/hList1"/>
    <dgm:cxn modelId="{722DCA2D-8E8B-4836-9CBB-8DC02911D770}" type="presParOf" srcId="{4B81E8C2-FC3A-49FB-9FFF-9C254B03EF0B}" destId="{6688AA2F-6A91-4AEC-843F-3699FEC07510}" srcOrd="4" destOrd="0" presId="urn:microsoft.com/office/officeart/2005/8/layout/hList1"/>
    <dgm:cxn modelId="{F03576DC-DA98-4625-9068-BCB7F053540A}" type="presParOf" srcId="{6688AA2F-6A91-4AEC-843F-3699FEC07510}" destId="{32669E32-BA65-431B-A102-77B8C294F2B7}" srcOrd="0" destOrd="0" presId="urn:microsoft.com/office/officeart/2005/8/layout/hList1"/>
    <dgm:cxn modelId="{E1B61262-F414-46A9-84BB-A447162784AD}" type="presParOf" srcId="{6688AA2F-6A91-4AEC-843F-3699FEC07510}" destId="{F5D9E28D-E4F2-4670-9D38-0A1ADC16BAC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C937A5-E86D-45EF-B6ED-2F5FC257F23C}" type="doc">
      <dgm:prSet loTypeId="urn:microsoft.com/office/officeart/2005/8/layout/vList3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B9B125D8-6DB0-48D5-B99A-4EBF34366451}">
      <dgm:prSet phldrT="[Text]" phldr="0"/>
      <dgm:spPr/>
      <dgm:t>
        <a:bodyPr/>
        <a:lstStyle/>
        <a:p>
          <a:pPr>
            <a:buNone/>
          </a:pPr>
          <a:r>
            <a:rPr lang="en-US" b="1" dirty="0"/>
            <a:t>Prevent double-booking</a:t>
          </a:r>
          <a:endParaRPr lang="en-US" dirty="0"/>
        </a:p>
      </dgm:t>
    </dgm:pt>
    <dgm:pt modelId="{E7DDD7A8-A16B-401E-BE9A-E363B5B9A134}" type="parTrans" cxnId="{ED89BFA9-77D4-4869-9809-880F7E1C36D6}">
      <dgm:prSet/>
      <dgm:spPr/>
      <dgm:t>
        <a:bodyPr/>
        <a:lstStyle/>
        <a:p>
          <a:endParaRPr lang="en-US"/>
        </a:p>
      </dgm:t>
    </dgm:pt>
    <dgm:pt modelId="{4C989618-D725-480C-9A29-12FFD3549A7E}" type="sibTrans" cxnId="{ED89BFA9-77D4-4869-9809-880F7E1C36D6}">
      <dgm:prSet/>
      <dgm:spPr/>
      <dgm:t>
        <a:bodyPr/>
        <a:lstStyle/>
        <a:p>
          <a:endParaRPr lang="en-US"/>
        </a:p>
      </dgm:t>
    </dgm:pt>
    <dgm:pt modelId="{9D677D45-0F07-4EC6-BA02-93C836F1B47D}">
      <dgm:prSet phldrT="[Text]" phldr="0"/>
      <dgm:spPr/>
      <dgm:t>
        <a:bodyPr/>
        <a:lstStyle/>
        <a:p>
          <a:pPr>
            <a:buNone/>
          </a:pPr>
          <a:r>
            <a:rPr lang="en-US" b="1" dirty="0"/>
            <a:t>View resources by event </a:t>
          </a:r>
          <a:endParaRPr lang="en-US" dirty="0"/>
        </a:p>
      </dgm:t>
    </dgm:pt>
    <dgm:pt modelId="{2ED9C82D-9EF0-476C-BBB9-0CE5F4F2F658}" type="parTrans" cxnId="{CA5E4EDD-DE75-459D-BBCD-F23DA773F5BD}">
      <dgm:prSet/>
      <dgm:spPr/>
      <dgm:t>
        <a:bodyPr/>
        <a:lstStyle/>
        <a:p>
          <a:endParaRPr lang="en-US"/>
        </a:p>
      </dgm:t>
    </dgm:pt>
    <dgm:pt modelId="{745FEA99-01FA-421B-96B4-0155FB380E62}" type="sibTrans" cxnId="{CA5E4EDD-DE75-459D-BBCD-F23DA773F5BD}">
      <dgm:prSet/>
      <dgm:spPr/>
      <dgm:t>
        <a:bodyPr/>
        <a:lstStyle/>
        <a:p>
          <a:endParaRPr lang="en-US"/>
        </a:p>
      </dgm:t>
    </dgm:pt>
    <dgm:pt modelId="{2E73F646-EB21-4972-9428-63995F30B3FD}">
      <dgm:prSet phldrT="[Text]" phldr="0"/>
      <dgm:spPr/>
      <dgm:t>
        <a:bodyPr/>
        <a:lstStyle/>
        <a:p>
          <a:pPr>
            <a:buNone/>
          </a:pPr>
          <a:r>
            <a:rPr lang="en-GB" b="1" dirty="0"/>
            <a:t>Allocate resources to specific events</a:t>
          </a:r>
          <a:endParaRPr lang="en-US" dirty="0"/>
        </a:p>
      </dgm:t>
    </dgm:pt>
    <dgm:pt modelId="{0CA1F89B-1FAA-4EB8-977D-1FDA1E4A2B47}" type="parTrans" cxnId="{6367D108-958C-494C-B0E9-F301B6662044}">
      <dgm:prSet/>
      <dgm:spPr/>
      <dgm:t>
        <a:bodyPr/>
        <a:lstStyle/>
        <a:p>
          <a:endParaRPr lang="en-US"/>
        </a:p>
      </dgm:t>
    </dgm:pt>
    <dgm:pt modelId="{F0C96555-98A5-4A8C-9073-6055DF6BD3B9}" type="sibTrans" cxnId="{6367D108-958C-494C-B0E9-F301B6662044}">
      <dgm:prSet/>
      <dgm:spPr/>
      <dgm:t>
        <a:bodyPr/>
        <a:lstStyle/>
        <a:p>
          <a:endParaRPr lang="en-US"/>
        </a:p>
      </dgm:t>
    </dgm:pt>
    <dgm:pt modelId="{F8B1FC16-DB57-4B6D-A4DA-BF0ADD91CFB2}">
      <dgm:prSet/>
      <dgm:spPr/>
      <dgm:t>
        <a:bodyPr/>
        <a:lstStyle/>
        <a:p>
          <a:pPr>
            <a:buNone/>
          </a:pPr>
          <a:r>
            <a:rPr lang="en-GB" b="1" dirty="0"/>
            <a:t>Add new resources to inventory </a:t>
          </a:r>
          <a:endParaRPr lang="en-GB" dirty="0"/>
        </a:p>
      </dgm:t>
    </dgm:pt>
    <dgm:pt modelId="{C8E6D1A4-9AEC-4DAF-92C7-EAC08C89E257}" type="parTrans" cxnId="{E806B8AD-35D1-4A40-AECB-4263BAA7A125}">
      <dgm:prSet/>
      <dgm:spPr/>
      <dgm:t>
        <a:bodyPr/>
        <a:lstStyle/>
        <a:p>
          <a:endParaRPr lang="en-US"/>
        </a:p>
      </dgm:t>
    </dgm:pt>
    <dgm:pt modelId="{FA73F86E-8E62-4614-9A77-D3AA0470A964}" type="sibTrans" cxnId="{E806B8AD-35D1-4A40-AECB-4263BAA7A125}">
      <dgm:prSet/>
      <dgm:spPr/>
      <dgm:t>
        <a:bodyPr/>
        <a:lstStyle/>
        <a:p>
          <a:endParaRPr lang="en-US"/>
        </a:p>
      </dgm:t>
    </dgm:pt>
    <dgm:pt modelId="{6EAB6866-4FFC-4CC3-91F7-8B55CFBCE755}" type="pres">
      <dgm:prSet presAssocID="{49C937A5-E86D-45EF-B6ED-2F5FC257F23C}" presName="linearFlow" presStyleCnt="0">
        <dgm:presLayoutVars>
          <dgm:dir/>
          <dgm:resizeHandles val="exact"/>
        </dgm:presLayoutVars>
      </dgm:prSet>
      <dgm:spPr/>
    </dgm:pt>
    <dgm:pt modelId="{5A96D977-4AAE-419A-A60D-B529ECC37DCF}" type="pres">
      <dgm:prSet presAssocID="{B9B125D8-6DB0-48D5-B99A-4EBF34366451}" presName="composite" presStyleCnt="0"/>
      <dgm:spPr/>
    </dgm:pt>
    <dgm:pt modelId="{A51AC48C-BF07-4498-BDEC-24796032CFD3}" type="pres">
      <dgm:prSet presAssocID="{B9B125D8-6DB0-48D5-B99A-4EBF34366451}" presName="imgShp" presStyleLbl="fgImgPlace1" presStyleIdx="0" presStyleCnt="4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413F571C-A3CB-48EB-AAA7-E5E14DA43649}" type="pres">
      <dgm:prSet presAssocID="{B9B125D8-6DB0-48D5-B99A-4EBF34366451}" presName="txShp" presStyleLbl="node1" presStyleIdx="0" presStyleCnt="4">
        <dgm:presLayoutVars>
          <dgm:bulletEnabled val="1"/>
        </dgm:presLayoutVars>
      </dgm:prSet>
      <dgm:spPr/>
    </dgm:pt>
    <dgm:pt modelId="{784B9D69-F62A-47F3-BA2B-487F0CB1DB05}" type="pres">
      <dgm:prSet presAssocID="{4C989618-D725-480C-9A29-12FFD3549A7E}" presName="spacing" presStyleCnt="0"/>
      <dgm:spPr/>
    </dgm:pt>
    <dgm:pt modelId="{5FA28CC6-1E6B-42FA-815F-35EF67299505}" type="pres">
      <dgm:prSet presAssocID="{9D677D45-0F07-4EC6-BA02-93C836F1B47D}" presName="composite" presStyleCnt="0"/>
      <dgm:spPr/>
    </dgm:pt>
    <dgm:pt modelId="{41A189F3-B7A5-4894-A6FC-CCA6A9A9D89E}" type="pres">
      <dgm:prSet presAssocID="{9D677D45-0F07-4EC6-BA02-93C836F1B47D}" presName="imgShp" presStyleLbl="fgImgPlace1" presStyleIdx="1" presStyleCnt="4"/>
      <dgm:spPr>
        <a:blipFill rotWithShape="1"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70C2BC2C-C698-4D2D-9CFC-CDA73699E14D}" type="pres">
      <dgm:prSet presAssocID="{9D677D45-0F07-4EC6-BA02-93C836F1B47D}" presName="txShp" presStyleLbl="node1" presStyleIdx="1" presStyleCnt="4">
        <dgm:presLayoutVars>
          <dgm:bulletEnabled val="1"/>
        </dgm:presLayoutVars>
      </dgm:prSet>
      <dgm:spPr/>
    </dgm:pt>
    <dgm:pt modelId="{28D04B1A-9120-48CE-A1DA-98631D8185D0}" type="pres">
      <dgm:prSet presAssocID="{745FEA99-01FA-421B-96B4-0155FB380E62}" presName="spacing" presStyleCnt="0"/>
      <dgm:spPr/>
    </dgm:pt>
    <dgm:pt modelId="{89398EAA-9626-49BF-9805-A541B7AC8BBE}" type="pres">
      <dgm:prSet presAssocID="{2E73F646-EB21-4972-9428-63995F30B3FD}" presName="composite" presStyleCnt="0"/>
      <dgm:spPr/>
    </dgm:pt>
    <dgm:pt modelId="{AF0E0553-1D67-47B8-ADC2-3E12696D5048}" type="pres">
      <dgm:prSet presAssocID="{2E73F646-EB21-4972-9428-63995F30B3FD}" presName="imgShp" presStyleLbl="fgImgPlace1" presStyleIdx="2" presStyleCnt="4"/>
      <dgm:spPr>
        <a:blipFill rotWithShape="1"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6022A8EB-CB73-4B69-9647-6F002A3954F4}" type="pres">
      <dgm:prSet presAssocID="{2E73F646-EB21-4972-9428-63995F30B3FD}" presName="txShp" presStyleLbl="node1" presStyleIdx="2" presStyleCnt="4">
        <dgm:presLayoutVars>
          <dgm:bulletEnabled val="1"/>
        </dgm:presLayoutVars>
      </dgm:prSet>
      <dgm:spPr/>
    </dgm:pt>
    <dgm:pt modelId="{1B9067AA-C70A-4044-889F-BF441FED18E9}" type="pres">
      <dgm:prSet presAssocID="{F0C96555-98A5-4A8C-9073-6055DF6BD3B9}" presName="spacing" presStyleCnt="0"/>
      <dgm:spPr/>
    </dgm:pt>
    <dgm:pt modelId="{37668102-B1A0-47A5-8AF8-D939480981AC}" type="pres">
      <dgm:prSet presAssocID="{F8B1FC16-DB57-4B6D-A4DA-BF0ADD91CFB2}" presName="composite" presStyleCnt="0"/>
      <dgm:spPr/>
    </dgm:pt>
    <dgm:pt modelId="{6FDDA23B-23EF-41B0-ABEC-F05E6C2EE535}" type="pres">
      <dgm:prSet presAssocID="{F8B1FC16-DB57-4B6D-A4DA-BF0ADD91CFB2}" presName="imgShp" presStyleLbl="fgImgPlace1" presStyleIdx="3" presStyleCnt="4"/>
      <dgm:spPr>
        <a:blipFill rotWithShape="1"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0D7ACD54-750C-40A9-AF7C-560E1B080E1B}" type="pres">
      <dgm:prSet presAssocID="{F8B1FC16-DB57-4B6D-A4DA-BF0ADD91CFB2}" presName="txShp" presStyleLbl="node1" presStyleIdx="3" presStyleCnt="4">
        <dgm:presLayoutVars>
          <dgm:bulletEnabled val="1"/>
        </dgm:presLayoutVars>
      </dgm:prSet>
      <dgm:spPr/>
    </dgm:pt>
  </dgm:ptLst>
  <dgm:cxnLst>
    <dgm:cxn modelId="{6367D108-958C-494C-B0E9-F301B6662044}" srcId="{49C937A5-E86D-45EF-B6ED-2F5FC257F23C}" destId="{2E73F646-EB21-4972-9428-63995F30B3FD}" srcOrd="2" destOrd="0" parTransId="{0CA1F89B-1FAA-4EB8-977D-1FDA1E4A2B47}" sibTransId="{F0C96555-98A5-4A8C-9073-6055DF6BD3B9}"/>
    <dgm:cxn modelId="{7036CE0A-DDE7-4B81-8FBE-AC0297849D96}" type="presOf" srcId="{F8B1FC16-DB57-4B6D-A4DA-BF0ADD91CFB2}" destId="{0D7ACD54-750C-40A9-AF7C-560E1B080E1B}" srcOrd="0" destOrd="0" presId="urn:microsoft.com/office/officeart/2005/8/layout/vList3"/>
    <dgm:cxn modelId="{67F96748-3835-4452-9F90-00C414B779A3}" type="presOf" srcId="{B9B125D8-6DB0-48D5-B99A-4EBF34366451}" destId="{413F571C-A3CB-48EB-AAA7-E5E14DA43649}" srcOrd="0" destOrd="0" presId="urn:microsoft.com/office/officeart/2005/8/layout/vList3"/>
    <dgm:cxn modelId="{839C6450-5750-43FA-B221-8BF2DA324BCE}" type="presOf" srcId="{9D677D45-0F07-4EC6-BA02-93C836F1B47D}" destId="{70C2BC2C-C698-4D2D-9CFC-CDA73699E14D}" srcOrd="0" destOrd="0" presId="urn:microsoft.com/office/officeart/2005/8/layout/vList3"/>
    <dgm:cxn modelId="{27733579-C540-421E-83AB-22A681B3DE8A}" type="presOf" srcId="{49C937A5-E86D-45EF-B6ED-2F5FC257F23C}" destId="{6EAB6866-4FFC-4CC3-91F7-8B55CFBCE755}" srcOrd="0" destOrd="0" presId="urn:microsoft.com/office/officeart/2005/8/layout/vList3"/>
    <dgm:cxn modelId="{ED89BFA9-77D4-4869-9809-880F7E1C36D6}" srcId="{49C937A5-E86D-45EF-B6ED-2F5FC257F23C}" destId="{B9B125D8-6DB0-48D5-B99A-4EBF34366451}" srcOrd="0" destOrd="0" parTransId="{E7DDD7A8-A16B-401E-BE9A-E363B5B9A134}" sibTransId="{4C989618-D725-480C-9A29-12FFD3549A7E}"/>
    <dgm:cxn modelId="{E806B8AD-35D1-4A40-AECB-4263BAA7A125}" srcId="{49C937A5-E86D-45EF-B6ED-2F5FC257F23C}" destId="{F8B1FC16-DB57-4B6D-A4DA-BF0ADD91CFB2}" srcOrd="3" destOrd="0" parTransId="{C8E6D1A4-9AEC-4DAF-92C7-EAC08C89E257}" sibTransId="{FA73F86E-8E62-4614-9A77-D3AA0470A964}"/>
    <dgm:cxn modelId="{075385C8-D49E-4081-BEBE-587B3AA95BDE}" type="presOf" srcId="{2E73F646-EB21-4972-9428-63995F30B3FD}" destId="{6022A8EB-CB73-4B69-9647-6F002A3954F4}" srcOrd="0" destOrd="0" presId="urn:microsoft.com/office/officeart/2005/8/layout/vList3"/>
    <dgm:cxn modelId="{CA5E4EDD-DE75-459D-BBCD-F23DA773F5BD}" srcId="{49C937A5-E86D-45EF-B6ED-2F5FC257F23C}" destId="{9D677D45-0F07-4EC6-BA02-93C836F1B47D}" srcOrd="1" destOrd="0" parTransId="{2ED9C82D-9EF0-476C-BBB9-0CE5F4F2F658}" sibTransId="{745FEA99-01FA-421B-96B4-0155FB380E62}"/>
    <dgm:cxn modelId="{C0F132EB-E4F7-46A1-9867-52200CBF24EC}" type="presParOf" srcId="{6EAB6866-4FFC-4CC3-91F7-8B55CFBCE755}" destId="{5A96D977-4AAE-419A-A60D-B529ECC37DCF}" srcOrd="0" destOrd="0" presId="urn:microsoft.com/office/officeart/2005/8/layout/vList3"/>
    <dgm:cxn modelId="{4848D68B-B4FB-4854-BD51-B97CAADB3903}" type="presParOf" srcId="{5A96D977-4AAE-419A-A60D-B529ECC37DCF}" destId="{A51AC48C-BF07-4498-BDEC-24796032CFD3}" srcOrd="0" destOrd="0" presId="urn:microsoft.com/office/officeart/2005/8/layout/vList3"/>
    <dgm:cxn modelId="{9CD5645B-1090-43CF-900B-43F4560B27A2}" type="presParOf" srcId="{5A96D977-4AAE-419A-A60D-B529ECC37DCF}" destId="{413F571C-A3CB-48EB-AAA7-E5E14DA43649}" srcOrd="1" destOrd="0" presId="urn:microsoft.com/office/officeart/2005/8/layout/vList3"/>
    <dgm:cxn modelId="{84E44254-52F2-4C70-93A6-2ABE723DB263}" type="presParOf" srcId="{6EAB6866-4FFC-4CC3-91F7-8B55CFBCE755}" destId="{784B9D69-F62A-47F3-BA2B-487F0CB1DB05}" srcOrd="1" destOrd="0" presId="urn:microsoft.com/office/officeart/2005/8/layout/vList3"/>
    <dgm:cxn modelId="{A20444C8-AEDC-4066-BC85-0F60C856B3D4}" type="presParOf" srcId="{6EAB6866-4FFC-4CC3-91F7-8B55CFBCE755}" destId="{5FA28CC6-1E6B-42FA-815F-35EF67299505}" srcOrd="2" destOrd="0" presId="urn:microsoft.com/office/officeart/2005/8/layout/vList3"/>
    <dgm:cxn modelId="{75580D97-9E12-4863-9FCA-96742C808CCD}" type="presParOf" srcId="{5FA28CC6-1E6B-42FA-815F-35EF67299505}" destId="{41A189F3-B7A5-4894-A6FC-CCA6A9A9D89E}" srcOrd="0" destOrd="0" presId="urn:microsoft.com/office/officeart/2005/8/layout/vList3"/>
    <dgm:cxn modelId="{04CBCF88-5BF8-4208-B2C0-066D40517A61}" type="presParOf" srcId="{5FA28CC6-1E6B-42FA-815F-35EF67299505}" destId="{70C2BC2C-C698-4D2D-9CFC-CDA73699E14D}" srcOrd="1" destOrd="0" presId="urn:microsoft.com/office/officeart/2005/8/layout/vList3"/>
    <dgm:cxn modelId="{929BBAD2-D9B5-4C2F-B7E2-CDDB5F232704}" type="presParOf" srcId="{6EAB6866-4FFC-4CC3-91F7-8B55CFBCE755}" destId="{28D04B1A-9120-48CE-A1DA-98631D8185D0}" srcOrd="3" destOrd="0" presId="urn:microsoft.com/office/officeart/2005/8/layout/vList3"/>
    <dgm:cxn modelId="{25A735C9-ACDD-4B03-B8CE-EB7F3616125C}" type="presParOf" srcId="{6EAB6866-4FFC-4CC3-91F7-8B55CFBCE755}" destId="{89398EAA-9626-49BF-9805-A541B7AC8BBE}" srcOrd="4" destOrd="0" presId="urn:microsoft.com/office/officeart/2005/8/layout/vList3"/>
    <dgm:cxn modelId="{F2AC0F04-1801-4AF9-A03D-648B06BB5ED8}" type="presParOf" srcId="{89398EAA-9626-49BF-9805-A541B7AC8BBE}" destId="{AF0E0553-1D67-47B8-ADC2-3E12696D5048}" srcOrd="0" destOrd="0" presId="urn:microsoft.com/office/officeart/2005/8/layout/vList3"/>
    <dgm:cxn modelId="{0CEC85F8-7913-4E15-B938-4CD7634002FD}" type="presParOf" srcId="{89398EAA-9626-49BF-9805-A541B7AC8BBE}" destId="{6022A8EB-CB73-4B69-9647-6F002A3954F4}" srcOrd="1" destOrd="0" presId="urn:microsoft.com/office/officeart/2005/8/layout/vList3"/>
    <dgm:cxn modelId="{3C7ADE74-34BD-49B6-A61A-4F046432F7B4}" type="presParOf" srcId="{6EAB6866-4FFC-4CC3-91F7-8B55CFBCE755}" destId="{1B9067AA-C70A-4044-889F-BF441FED18E9}" srcOrd="5" destOrd="0" presId="urn:microsoft.com/office/officeart/2005/8/layout/vList3"/>
    <dgm:cxn modelId="{3558879E-742D-4A5D-8F72-BFA672ADC211}" type="presParOf" srcId="{6EAB6866-4FFC-4CC3-91F7-8B55CFBCE755}" destId="{37668102-B1A0-47A5-8AF8-D939480981AC}" srcOrd="6" destOrd="0" presId="urn:microsoft.com/office/officeart/2005/8/layout/vList3"/>
    <dgm:cxn modelId="{21E7ADD7-459E-45A9-A768-C0EC4D0B2C95}" type="presParOf" srcId="{37668102-B1A0-47A5-8AF8-D939480981AC}" destId="{6FDDA23B-23EF-41B0-ABEC-F05E6C2EE535}" srcOrd="0" destOrd="0" presId="urn:microsoft.com/office/officeart/2005/8/layout/vList3"/>
    <dgm:cxn modelId="{02CEE457-66FD-4A6F-9AA3-66F7770363D2}" type="presParOf" srcId="{37668102-B1A0-47A5-8AF8-D939480981AC}" destId="{0D7ACD54-750C-40A9-AF7C-560E1B080E1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C8A79E-D403-438E-99DE-9FEC1D948758}">
      <dsp:nvSpPr>
        <dsp:cNvPr id="0" name=""/>
        <dsp:cNvSpPr/>
      </dsp:nvSpPr>
      <dsp:spPr>
        <a:xfrm>
          <a:off x="23" y="22644"/>
          <a:ext cx="2203453" cy="79620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Retrieve Event Agenda</a:t>
          </a:r>
          <a:endParaRPr lang="en-US" sz="2200" kern="1200" dirty="0"/>
        </a:p>
      </dsp:txBody>
      <dsp:txXfrm>
        <a:off x="23" y="22644"/>
        <a:ext cx="2203453" cy="796206"/>
      </dsp:txXfrm>
    </dsp:sp>
    <dsp:sp modelId="{14350E66-8F90-4ADF-8C25-D50848E6525D}">
      <dsp:nvSpPr>
        <dsp:cNvPr id="0" name=""/>
        <dsp:cNvSpPr/>
      </dsp:nvSpPr>
      <dsp:spPr>
        <a:xfrm>
          <a:off x="23" y="818851"/>
          <a:ext cx="2203453" cy="123799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200" kern="1200" dirty="0"/>
            <a:t>View events assigned to educator</a:t>
          </a:r>
          <a:endParaRPr lang="en-US" sz="2200" kern="1200" dirty="0"/>
        </a:p>
      </dsp:txBody>
      <dsp:txXfrm>
        <a:off x="23" y="818851"/>
        <a:ext cx="2203453" cy="1237994"/>
      </dsp:txXfrm>
    </dsp:sp>
    <dsp:sp modelId="{1B267999-4ED2-4F87-8845-C1A47446318C}">
      <dsp:nvSpPr>
        <dsp:cNvPr id="0" name=""/>
        <dsp:cNvSpPr/>
      </dsp:nvSpPr>
      <dsp:spPr>
        <a:xfrm>
          <a:off x="2511959" y="22644"/>
          <a:ext cx="2203453" cy="796206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Upload/Update Materials</a:t>
          </a:r>
          <a:endParaRPr lang="en-US" sz="2200" kern="1200" dirty="0"/>
        </a:p>
      </dsp:txBody>
      <dsp:txXfrm>
        <a:off x="2511959" y="22644"/>
        <a:ext cx="2203453" cy="796206"/>
      </dsp:txXfrm>
    </dsp:sp>
    <dsp:sp modelId="{7CAEB552-BBD7-47A3-8FD8-1F93FA8C9C82}">
      <dsp:nvSpPr>
        <dsp:cNvPr id="0" name=""/>
        <dsp:cNvSpPr/>
      </dsp:nvSpPr>
      <dsp:spPr>
        <a:xfrm>
          <a:off x="2511959" y="818851"/>
          <a:ext cx="2203453" cy="1237994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200" kern="1200" dirty="0"/>
            <a:t>Add learning resources to </a:t>
          </a:r>
          <a:endParaRPr lang="en-US" sz="2200" kern="1200" dirty="0"/>
        </a:p>
      </dsp:txBody>
      <dsp:txXfrm>
        <a:off x="2511959" y="818851"/>
        <a:ext cx="2203453" cy="12379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3F571C-A3CB-48EB-AAA7-E5E14DA43649}">
      <dsp:nvSpPr>
        <dsp:cNvPr id="0" name=""/>
        <dsp:cNvSpPr/>
      </dsp:nvSpPr>
      <dsp:spPr>
        <a:xfrm rot="10800000">
          <a:off x="912596" y="115"/>
          <a:ext cx="2864941" cy="763902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860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Controller Layer</a:t>
          </a:r>
        </a:p>
      </dsp:txBody>
      <dsp:txXfrm rot="10800000">
        <a:off x="1103571" y="115"/>
        <a:ext cx="2673966" cy="763902"/>
      </dsp:txXfrm>
    </dsp:sp>
    <dsp:sp modelId="{A51AC48C-BF07-4498-BDEC-24796032CFD3}">
      <dsp:nvSpPr>
        <dsp:cNvPr id="0" name=""/>
        <dsp:cNvSpPr/>
      </dsp:nvSpPr>
      <dsp:spPr>
        <a:xfrm>
          <a:off x="530644" y="115"/>
          <a:ext cx="763902" cy="763902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C2BC2C-C698-4D2D-9CFC-CDA73699E14D}">
      <dsp:nvSpPr>
        <dsp:cNvPr id="0" name=""/>
        <dsp:cNvSpPr/>
      </dsp:nvSpPr>
      <dsp:spPr>
        <a:xfrm rot="10800000">
          <a:off x="912596" y="992049"/>
          <a:ext cx="2864941" cy="763902"/>
        </a:xfrm>
        <a:prstGeom prst="homePlate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860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Service Layer</a:t>
          </a:r>
        </a:p>
      </dsp:txBody>
      <dsp:txXfrm rot="10800000">
        <a:off x="1103571" y="992049"/>
        <a:ext cx="2673966" cy="763902"/>
      </dsp:txXfrm>
    </dsp:sp>
    <dsp:sp modelId="{41A189F3-B7A5-4894-A6FC-CCA6A9A9D89E}">
      <dsp:nvSpPr>
        <dsp:cNvPr id="0" name=""/>
        <dsp:cNvSpPr/>
      </dsp:nvSpPr>
      <dsp:spPr>
        <a:xfrm>
          <a:off x="530644" y="992049"/>
          <a:ext cx="763902" cy="763902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22A8EB-CB73-4B69-9647-6F002A3954F4}">
      <dsp:nvSpPr>
        <dsp:cNvPr id="0" name=""/>
        <dsp:cNvSpPr/>
      </dsp:nvSpPr>
      <dsp:spPr>
        <a:xfrm rot="10800000">
          <a:off x="912596" y="1983982"/>
          <a:ext cx="2864941" cy="763902"/>
        </a:xfrm>
        <a:prstGeom prst="homePlate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860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Model Layer</a:t>
          </a:r>
        </a:p>
      </dsp:txBody>
      <dsp:txXfrm rot="10800000">
        <a:off x="1103571" y="1983982"/>
        <a:ext cx="2673966" cy="763902"/>
      </dsp:txXfrm>
    </dsp:sp>
    <dsp:sp modelId="{AF0E0553-1D67-47B8-ADC2-3E12696D5048}">
      <dsp:nvSpPr>
        <dsp:cNvPr id="0" name=""/>
        <dsp:cNvSpPr/>
      </dsp:nvSpPr>
      <dsp:spPr>
        <a:xfrm>
          <a:off x="530644" y="1983982"/>
          <a:ext cx="763902" cy="763902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C8A79E-D403-438E-99DE-9FEC1D948758}">
      <dsp:nvSpPr>
        <dsp:cNvPr id="0" name=""/>
        <dsp:cNvSpPr/>
      </dsp:nvSpPr>
      <dsp:spPr>
        <a:xfrm>
          <a:off x="1536" y="190932"/>
          <a:ext cx="1498267" cy="57766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Event Registration</a:t>
          </a:r>
          <a:endParaRPr lang="en-US" sz="1600" kern="1200" dirty="0"/>
        </a:p>
      </dsp:txBody>
      <dsp:txXfrm>
        <a:off x="1536" y="190932"/>
        <a:ext cx="1498267" cy="577665"/>
      </dsp:txXfrm>
    </dsp:sp>
    <dsp:sp modelId="{14350E66-8F90-4ADF-8C25-D50848E6525D}">
      <dsp:nvSpPr>
        <dsp:cNvPr id="0" name=""/>
        <dsp:cNvSpPr/>
      </dsp:nvSpPr>
      <dsp:spPr>
        <a:xfrm>
          <a:off x="1536" y="768598"/>
          <a:ext cx="1498267" cy="111996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600" kern="1200" dirty="0"/>
            <a:t>Students can register for available events</a:t>
          </a:r>
          <a:endParaRPr lang="en-US" sz="1600" kern="1200" dirty="0"/>
        </a:p>
      </dsp:txBody>
      <dsp:txXfrm>
        <a:off x="1536" y="768598"/>
        <a:ext cx="1498267" cy="1119960"/>
      </dsp:txXfrm>
    </dsp:sp>
    <dsp:sp modelId="{1B267999-4ED2-4F87-8845-C1A47446318C}">
      <dsp:nvSpPr>
        <dsp:cNvPr id="0" name=""/>
        <dsp:cNvSpPr/>
      </dsp:nvSpPr>
      <dsp:spPr>
        <a:xfrm>
          <a:off x="1709561" y="190932"/>
          <a:ext cx="1498267" cy="577665"/>
        </a:xfrm>
        <a:prstGeom prst="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Booking Status</a:t>
          </a:r>
          <a:endParaRPr lang="en-US" sz="1600" kern="1200" dirty="0"/>
        </a:p>
      </dsp:txBody>
      <dsp:txXfrm>
        <a:off x="1709561" y="190932"/>
        <a:ext cx="1498267" cy="577665"/>
      </dsp:txXfrm>
    </dsp:sp>
    <dsp:sp modelId="{7CAEB552-BBD7-47A3-8FD8-1F93FA8C9C82}">
      <dsp:nvSpPr>
        <dsp:cNvPr id="0" name=""/>
        <dsp:cNvSpPr/>
      </dsp:nvSpPr>
      <dsp:spPr>
        <a:xfrm>
          <a:off x="1709561" y="768598"/>
          <a:ext cx="1498267" cy="1119960"/>
        </a:xfrm>
        <a:prstGeom prst="rect">
          <a:avLst/>
        </a:prstGeom>
        <a:solidFill>
          <a:schemeClr val="accent4">
            <a:tint val="40000"/>
            <a:alpha val="90000"/>
            <a:hueOff val="5430963"/>
            <a:satOff val="-25622"/>
            <a:lumOff val="-92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5430963"/>
              <a:satOff val="-25622"/>
              <a:lumOff val="-9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600" kern="1200" dirty="0"/>
            <a:t>View all registrations in a table</a:t>
          </a:r>
          <a:endParaRPr lang="en-US" sz="1600" kern="1200" dirty="0"/>
        </a:p>
      </dsp:txBody>
      <dsp:txXfrm>
        <a:off x="1709561" y="768598"/>
        <a:ext cx="1498267" cy="1119960"/>
      </dsp:txXfrm>
    </dsp:sp>
    <dsp:sp modelId="{32669E32-BA65-431B-A102-77B8C294F2B7}">
      <dsp:nvSpPr>
        <dsp:cNvPr id="0" name=""/>
        <dsp:cNvSpPr/>
      </dsp:nvSpPr>
      <dsp:spPr>
        <a:xfrm>
          <a:off x="3417586" y="190932"/>
          <a:ext cx="1498267" cy="577665"/>
        </a:xfrm>
        <a:prstGeom prst="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Registration Tracking</a:t>
          </a:r>
        </a:p>
      </dsp:txBody>
      <dsp:txXfrm>
        <a:off x="3417586" y="190932"/>
        <a:ext cx="1498267" cy="577665"/>
      </dsp:txXfrm>
    </dsp:sp>
    <dsp:sp modelId="{F5D9E28D-E4F2-4670-9D38-0A1ADC16BAC2}">
      <dsp:nvSpPr>
        <dsp:cNvPr id="0" name=""/>
        <dsp:cNvSpPr/>
      </dsp:nvSpPr>
      <dsp:spPr>
        <a:xfrm>
          <a:off x="3417586" y="768598"/>
          <a:ext cx="1498267" cy="1119960"/>
        </a:xfrm>
        <a:prstGeom prst="rect">
          <a:avLst/>
        </a:prstGeom>
        <a:solidFill>
          <a:schemeClr val="accent4">
            <a:tint val="40000"/>
            <a:alpha val="90000"/>
            <a:hueOff val="10861925"/>
            <a:satOff val="-51245"/>
            <a:lumOff val="-1851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0861925"/>
              <a:satOff val="-51245"/>
              <a:lumOff val="-18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600" kern="1200"/>
            <a:t>Check confirmation and waitlist status</a:t>
          </a:r>
          <a:endParaRPr lang="en-US" sz="1600" kern="1200"/>
        </a:p>
      </dsp:txBody>
      <dsp:txXfrm>
        <a:off x="3417586" y="768598"/>
        <a:ext cx="1498267" cy="11199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3F571C-A3CB-48EB-AAA7-E5E14DA43649}">
      <dsp:nvSpPr>
        <dsp:cNvPr id="0" name=""/>
        <dsp:cNvSpPr/>
      </dsp:nvSpPr>
      <dsp:spPr>
        <a:xfrm rot="10800000">
          <a:off x="861857" y="935"/>
          <a:ext cx="2864941" cy="560947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36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Prevent double-booking</a:t>
          </a:r>
          <a:endParaRPr lang="en-US" sz="1500" kern="1200" dirty="0"/>
        </a:p>
      </dsp:txBody>
      <dsp:txXfrm rot="10800000">
        <a:off x="1002094" y="935"/>
        <a:ext cx="2724704" cy="560947"/>
      </dsp:txXfrm>
    </dsp:sp>
    <dsp:sp modelId="{A51AC48C-BF07-4498-BDEC-24796032CFD3}">
      <dsp:nvSpPr>
        <dsp:cNvPr id="0" name=""/>
        <dsp:cNvSpPr/>
      </dsp:nvSpPr>
      <dsp:spPr>
        <a:xfrm>
          <a:off x="581383" y="935"/>
          <a:ext cx="560947" cy="560947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C2BC2C-C698-4D2D-9CFC-CDA73699E14D}">
      <dsp:nvSpPr>
        <dsp:cNvPr id="0" name=""/>
        <dsp:cNvSpPr/>
      </dsp:nvSpPr>
      <dsp:spPr>
        <a:xfrm rot="10800000">
          <a:off x="861857" y="729329"/>
          <a:ext cx="2864941" cy="560947"/>
        </a:xfrm>
        <a:prstGeom prst="homePlate">
          <a:avLst/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36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View resources by event </a:t>
          </a:r>
          <a:endParaRPr lang="en-US" sz="1500" kern="1200" dirty="0"/>
        </a:p>
      </dsp:txBody>
      <dsp:txXfrm rot="10800000">
        <a:off x="1002094" y="729329"/>
        <a:ext cx="2724704" cy="560947"/>
      </dsp:txXfrm>
    </dsp:sp>
    <dsp:sp modelId="{41A189F3-B7A5-4894-A6FC-CCA6A9A9D89E}">
      <dsp:nvSpPr>
        <dsp:cNvPr id="0" name=""/>
        <dsp:cNvSpPr/>
      </dsp:nvSpPr>
      <dsp:spPr>
        <a:xfrm>
          <a:off x="581383" y="729329"/>
          <a:ext cx="560947" cy="560947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22A8EB-CB73-4B69-9647-6F002A3954F4}">
      <dsp:nvSpPr>
        <dsp:cNvPr id="0" name=""/>
        <dsp:cNvSpPr/>
      </dsp:nvSpPr>
      <dsp:spPr>
        <a:xfrm rot="10800000">
          <a:off x="861857" y="1457723"/>
          <a:ext cx="2864941" cy="560947"/>
        </a:xfrm>
        <a:prstGeom prst="homePlate">
          <a:avLst/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36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Allocate resources to specific events</a:t>
          </a:r>
          <a:endParaRPr lang="en-US" sz="1500" kern="1200" dirty="0"/>
        </a:p>
      </dsp:txBody>
      <dsp:txXfrm rot="10800000">
        <a:off x="1002094" y="1457723"/>
        <a:ext cx="2724704" cy="560947"/>
      </dsp:txXfrm>
    </dsp:sp>
    <dsp:sp modelId="{AF0E0553-1D67-47B8-ADC2-3E12696D5048}">
      <dsp:nvSpPr>
        <dsp:cNvPr id="0" name=""/>
        <dsp:cNvSpPr/>
      </dsp:nvSpPr>
      <dsp:spPr>
        <a:xfrm>
          <a:off x="581383" y="1457723"/>
          <a:ext cx="560947" cy="560947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7ACD54-750C-40A9-AF7C-560E1B080E1B}">
      <dsp:nvSpPr>
        <dsp:cNvPr id="0" name=""/>
        <dsp:cNvSpPr/>
      </dsp:nvSpPr>
      <dsp:spPr>
        <a:xfrm rot="10800000">
          <a:off x="861857" y="2186118"/>
          <a:ext cx="2864941" cy="560947"/>
        </a:xfrm>
        <a:prstGeom prst="homePlate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36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/>
            <a:t>Add new resources to inventory </a:t>
          </a:r>
          <a:endParaRPr lang="en-GB" sz="1500" kern="1200" dirty="0"/>
        </a:p>
      </dsp:txBody>
      <dsp:txXfrm rot="10800000">
        <a:off x="1002094" y="2186118"/>
        <a:ext cx="2724704" cy="560947"/>
      </dsp:txXfrm>
    </dsp:sp>
    <dsp:sp modelId="{6FDDA23B-23EF-41B0-ABEC-F05E6C2EE535}">
      <dsp:nvSpPr>
        <dsp:cNvPr id="0" name=""/>
        <dsp:cNvSpPr/>
      </dsp:nvSpPr>
      <dsp:spPr>
        <a:xfrm>
          <a:off x="581383" y="2186118"/>
          <a:ext cx="560947" cy="560947"/>
        </a:xfrm>
        <a:prstGeom prst="ellipse">
          <a:avLst/>
        </a:prstGeom>
        <a:blipFill rotWithShape="1">
          <a:blip xmlns:r="http://schemas.openxmlformats.org/officeDocument/2006/relationships" r:embed="rId4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532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diagramDrawing" Target="../diagrams/drawing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QuickStyle" Target="../diagrams/quickStyle2.xml"/><Relationship Id="rId5" Type="http://schemas.openxmlformats.org/officeDocument/2006/relationships/diagramQuickStyle" Target="../diagrams/quickStyle1.xml"/><Relationship Id="rId10" Type="http://schemas.openxmlformats.org/officeDocument/2006/relationships/diagramLayout" Target="../diagrams/layout2.xml"/><Relationship Id="rId4" Type="http://schemas.openxmlformats.org/officeDocument/2006/relationships/diagramLayout" Target="../diagrams/layout1.xml"/><Relationship Id="rId9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8.pn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9.png"/><Relationship Id="rId9" Type="http://schemas.microsoft.com/office/2007/relationships/diagramDrawing" Target="../diagrams/drawing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6766560" y="274320"/>
            <a:ext cx="1645920" cy="16459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200400"/>
            <a:ext cx="1280160" cy="128016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58521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71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EduEvent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A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Event Management System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B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web platform for institutions, educators &amp; students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47472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474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18488" y="347472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18488" y="3474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34056" y="347472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34056" y="3474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9624" y="347472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9624" y="3474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65192" y="347472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3474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17589" y="1049673"/>
            <a:ext cx="3017520" cy="3840480"/>
          </a:xfrm>
          <a:prstGeom prst="rect">
            <a:avLst/>
          </a:prstGeom>
          <a:solidFill>
            <a:srgbClr val="0C2D4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09029" y="1141113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109029" y="1644033"/>
            <a:ext cx="27432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9029" y="1644033"/>
            <a:ext cx="54864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5246189" y="1680609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46189" y="1900065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09029" y="2265825"/>
            <a:ext cx="27432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09029" y="2265825"/>
            <a:ext cx="54864" cy="502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5246189" y="2302401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46189" y="2521857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09029" y="2887617"/>
            <a:ext cx="27432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09029" y="2887617"/>
            <a:ext cx="54864" cy="5029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5246189" y="2924193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46189" y="3143649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09029" y="3509409"/>
            <a:ext cx="27432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09029" y="3509409"/>
            <a:ext cx="54864" cy="5029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5246189" y="3545985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46189" y="3765441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09029" y="4131201"/>
            <a:ext cx="27432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09029" y="4131201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8" name="Text 26"/>
          <p:cNvSpPr/>
          <p:nvPr/>
        </p:nvSpPr>
        <p:spPr>
          <a:xfrm>
            <a:off x="5246189" y="4167777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46189" y="4387233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C41502E-8FEB-5064-684A-7D04B1C542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366" r="58809" b="1"/>
          <a:stretch>
            <a:fillRect/>
          </a:stretch>
        </p:blipFill>
        <p:spPr>
          <a:xfrm>
            <a:off x="594360" y="1050399"/>
            <a:ext cx="3290388" cy="21294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5DCF223-22C0-0043-8D3F-0D00AF9BC8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905" t="50001" r="18413" b="624"/>
          <a:stretch>
            <a:fillRect/>
          </a:stretch>
        </p:blipFill>
        <p:spPr>
          <a:xfrm>
            <a:off x="594359" y="3236976"/>
            <a:ext cx="3290389" cy="16567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1D1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691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069848"/>
            <a:ext cx="548640" cy="5486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069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70992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98424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 handled via spreadsheets, emails, and paper records.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29968" y="960120"/>
            <a:ext cx="1691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96896" y="1069848"/>
            <a:ext cx="548640" cy="5486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1069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21408" y="170992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System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21408" y="198424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platform for event scheduling and resource allocation.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31336" y="960120"/>
            <a:ext cx="1691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98264" y="1069848"/>
            <a:ext cx="548640" cy="5486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98264" y="1069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22776" y="170992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Conflicts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22776" y="198424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Classrooms, projectors, and teaching aids are double-booked or under-utilized.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124712" y="2834640"/>
            <a:ext cx="1691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691640" y="2944368"/>
            <a:ext cx="548640" cy="5486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1640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16152" y="35844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Difficulty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16152" y="385876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find upcoming events and register for them.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26080" y="2834640"/>
            <a:ext cx="1691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93008" y="2944368"/>
            <a:ext cx="548640" cy="5486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17520" y="35844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Gap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385876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 lack a dedicated platform to view schedules and update materials.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15000" y="960120"/>
            <a:ext cx="3200400" cy="3840480"/>
          </a:xfrm>
          <a:prstGeom prst="rect">
            <a:avLst/>
          </a:prstGeom>
          <a:solidFill>
            <a:srgbClr val="0C2D4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06440" y="1051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806440" y="150876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issues create inefficiencies, resource waste, and poor experiences for everyone involved in educational events.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digital solution is essential to streamline coordination between institutions, educators, and students.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06440" y="3657600"/>
            <a:ext cx="3017520" cy="822960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06440" y="3657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platform solves all of these challenges.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This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83464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platform for institutions to create and manage all educational events efficiently.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60120"/>
            <a:ext cx="283464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097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31920" y="1097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Resources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6459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classrooms, labs, and teaching aids without conflicts or double-booking.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96012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960120"/>
            <a:ext cx="283464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097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1097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Registration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6459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browse events, register online, and track their registration status.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78892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788920"/>
            <a:ext cx="283464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2926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Coordination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4747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communication between institutions, educators, and students seamlessly.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278892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788920"/>
            <a:ext cx="283464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931920" y="2926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Work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4747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previously manual event management processes, saving time and effort.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278892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2788920"/>
            <a:ext cx="283464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49440" y="2926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34747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event information structured, accessible, and easy to monitor.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75195C4-4651-99DF-CBB1-A520F9935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788"/>
            <a:ext cx="9144000" cy="498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2D4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Registration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210543" y="982788"/>
            <a:ext cx="26060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 Page: </a:t>
            </a:r>
            <a:r>
              <a:rPr lang="en-US" sz="1600" dirty="0" err="1"/>
              <a:t>Login.jsx</a:t>
            </a:r>
            <a:r>
              <a:rPr lang="en-US" sz="1600" dirty="0"/>
              <a:t> </a:t>
            </a:r>
          </a:p>
          <a:p>
            <a:r>
              <a:rPr lang="en-US" sz="1600" dirty="0"/>
              <a:t>• Endpoint: POST /user/login </a:t>
            </a:r>
          </a:p>
          <a:p>
            <a:r>
              <a:rPr lang="en-US" sz="1600" dirty="0"/>
              <a:t>• Fields: Email, Password, Role (Student/Educator/Institution) </a:t>
            </a:r>
          </a:p>
          <a:p>
            <a:r>
              <a:rPr lang="en-US" sz="1600" dirty="0"/>
              <a:t>• Response: Returns token, user id, name, email, role </a:t>
            </a:r>
          </a:p>
          <a:p>
            <a:r>
              <a:rPr lang="en-US" sz="1600" dirty="0"/>
              <a:t>• On success: Redirect to role-based dashboard</a:t>
            </a:r>
          </a:p>
          <a:p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10543" y="983941"/>
            <a:ext cx="2606040" cy="76148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Login Page</a:t>
            </a:r>
          </a:p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017521" y="982788"/>
            <a:ext cx="26060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 Page: </a:t>
            </a:r>
            <a:r>
              <a:rPr lang="en-US" sz="1600" dirty="0" err="1"/>
              <a:t>Register.jsx</a:t>
            </a:r>
            <a:r>
              <a:rPr lang="en-US" sz="1600" dirty="0"/>
              <a:t> </a:t>
            </a:r>
          </a:p>
          <a:p>
            <a:r>
              <a:rPr lang="en-US" sz="1600" dirty="0"/>
              <a:t>• Endpoint: POST /user/register </a:t>
            </a:r>
          </a:p>
          <a:p>
            <a:r>
              <a:rPr lang="en-US" sz="1600" dirty="0"/>
              <a:t>• Fields: Name, Email, Role, Password, Confirm Password </a:t>
            </a:r>
          </a:p>
          <a:p>
            <a:r>
              <a:rPr lang="en-US" sz="1600" dirty="0"/>
              <a:t>• Request: Sends name, email, password, role </a:t>
            </a:r>
          </a:p>
          <a:p>
            <a:r>
              <a:rPr lang="en-US" sz="1600" dirty="0"/>
              <a:t>• On success: Redirect to Login page</a:t>
            </a:r>
          </a:p>
          <a:p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017521" y="983941"/>
            <a:ext cx="2606040" cy="761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Register Page</a:t>
            </a:r>
          </a:p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59568650-7DFD-1282-9D73-D21DAF925B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54" r="16266"/>
          <a:stretch>
            <a:fillRect/>
          </a:stretch>
        </p:blipFill>
        <p:spPr>
          <a:xfrm>
            <a:off x="5623561" y="982788"/>
            <a:ext cx="3388659" cy="39568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Educator Service</a:t>
            </a: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graphicFrame>
        <p:nvGraphicFramePr>
          <p:cNvPr id="48" name="Diagram 47">
            <a:extLst>
              <a:ext uri="{FF2B5EF4-FFF2-40B4-BE49-F238E27FC236}">
                <a16:creationId xmlns:a16="http://schemas.microsoft.com/office/drawing/2014/main" id="{BF2D9410-CF79-2156-E2C6-E76B8F1614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7374411"/>
              </p:ext>
            </p:extLst>
          </p:nvPr>
        </p:nvGraphicFramePr>
        <p:xfrm>
          <a:off x="263818" y="1063279"/>
          <a:ext cx="4715436" cy="20794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6518408C-A549-6C60-6560-398968D88E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99" b="20864"/>
          <a:stretch>
            <a:fillRect/>
          </a:stretch>
        </p:blipFill>
        <p:spPr bwMode="auto">
          <a:xfrm>
            <a:off x="343221" y="3314700"/>
            <a:ext cx="4572000" cy="1298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0" name="Diagram 49">
            <a:extLst>
              <a:ext uri="{FF2B5EF4-FFF2-40B4-BE49-F238E27FC236}">
                <a16:creationId xmlns:a16="http://schemas.microsoft.com/office/drawing/2014/main" id="{B537F215-9714-4964-424D-C384AEA102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1905634"/>
              </p:ext>
            </p:extLst>
          </p:nvPr>
        </p:nvGraphicFramePr>
        <p:xfrm>
          <a:off x="4915221" y="1572768"/>
          <a:ext cx="4308182" cy="2748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>
            <a:extLst>
              <a:ext uri="{FF2B5EF4-FFF2-40B4-BE49-F238E27FC236}">
                <a16:creationId xmlns:a16="http://schemas.microsoft.com/office/drawing/2014/main" id="{F3720644-9D7D-5CAB-F6D9-03971C2B5CCB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544AF0C8-9DFE-096F-EDFC-9398965FA54D}"/>
              </a:ext>
            </a:extLst>
          </p:cNvPr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Student Registration Service</a:t>
            </a: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A3B69863-7771-3A5C-9C50-6E8181925ACD}"/>
              </a:ext>
            </a:extLst>
          </p:cNvPr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740B16B-CD2B-5477-F6B3-3C89C0EE2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2208" y="2776918"/>
            <a:ext cx="5731510" cy="260985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A78DBD3-0D23-9CAC-2C5F-1D42A21CE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958" y="914400"/>
            <a:ext cx="4917391" cy="416242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1D9AED1-6284-6FBD-8F0A-E58D1A94EB21}"/>
              </a:ext>
            </a:extLst>
          </p:cNvPr>
          <p:cNvSpPr txBox="1"/>
          <p:nvPr/>
        </p:nvSpPr>
        <p:spPr>
          <a:xfrm>
            <a:off x="2554942" y="1743092"/>
            <a:ext cx="5278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GB" dirty="0"/>
          </a:p>
        </p:txBody>
      </p:sp>
      <p:graphicFrame>
        <p:nvGraphicFramePr>
          <p:cNvPr id="41" name="Diagram 40">
            <a:extLst>
              <a:ext uri="{FF2B5EF4-FFF2-40B4-BE49-F238E27FC236}">
                <a16:creationId xmlns:a16="http://schemas.microsoft.com/office/drawing/2014/main" id="{80804097-9B77-9604-0FFB-DA979D40D6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2440948"/>
              </p:ext>
            </p:extLst>
          </p:nvPr>
        </p:nvGraphicFramePr>
        <p:xfrm>
          <a:off x="478970" y="690324"/>
          <a:ext cx="4917391" cy="20794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5C33030-0032-93B8-3C26-EB42063AB2DA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8DA491-39DF-92CF-7FB9-1354343D676C}"/>
              </a:ext>
            </a:extLst>
          </p:cNvPr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Dashboard —  Overview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035F80-D557-7D08-0B4F-0D770BBAA74E}"/>
              </a:ext>
            </a:extLst>
          </p:cNvPr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interconnected React components managing events &amp; resources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8132C65-B3C1-7D67-3619-1801290D1C1B}"/>
              </a:ext>
            </a:extLst>
          </p:cNvPr>
          <p:cNvSpPr/>
          <p:nvPr/>
        </p:nvSpPr>
        <p:spPr>
          <a:xfrm>
            <a:off x="22860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F5"/>
            </a:solidFill>
            <a:prstDash val="solid"/>
          </a:ln>
          <a:effectLst>
            <a:outerShdw blurRad="101600" dist="25400" dir="8100000" algn="bl" rotWithShape="0">
              <a:srgbClr val="065A82">
                <a:alpha val="1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A88F4AD-56A1-E9BD-D50A-523CE881CE71}"/>
              </a:ext>
            </a:extLst>
          </p:cNvPr>
          <p:cNvSpPr/>
          <p:nvPr/>
        </p:nvSpPr>
        <p:spPr>
          <a:xfrm>
            <a:off x="228600" y="1097280"/>
            <a:ext cx="54864" cy="3657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EDE417C-AAC2-40DC-CE1C-7A35AA021EB5}"/>
              </a:ext>
            </a:extLst>
          </p:cNvPr>
          <p:cNvSpPr/>
          <p:nvPr/>
        </p:nvSpPr>
        <p:spPr>
          <a:xfrm>
            <a:off x="384048" y="1188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CreateEvent.js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4E33459-1FF1-E0F7-41F9-7ED59326D61A}"/>
              </a:ext>
            </a:extLst>
          </p:cNvPr>
          <p:cNvSpPr/>
          <p:nvPr/>
        </p:nvSpPr>
        <p:spPr>
          <a:xfrm>
            <a:off x="384048" y="1536192"/>
            <a:ext cx="2423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to create events &amp; save to localStorage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5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useState for title &amp; message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5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Saves to localStorage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5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Navigate to manage-events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5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last 3 recent events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(client-side)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898E349-FB9A-91C6-ED4D-B209A2EAACCC}"/>
              </a:ext>
            </a:extLst>
          </p:cNvPr>
          <p:cNvSpPr/>
          <p:nvPr/>
        </p:nvSpPr>
        <p:spPr>
          <a:xfrm>
            <a:off x="3090672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F5"/>
            </a:solidFill>
            <a:prstDash val="solid"/>
          </a:ln>
          <a:effectLst>
            <a:outerShdw blurRad="101600" dist="25400" dir="8100000" algn="bl" rotWithShape="0">
              <a:srgbClr val="065A82">
                <a:alpha val="10000"/>
              </a:srgbClr>
            </a:outerShdw>
          </a:effectLst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1365B59-D994-8FC7-645E-F61E7A2F88F8}"/>
              </a:ext>
            </a:extLst>
          </p:cNvPr>
          <p:cNvSpPr/>
          <p:nvPr/>
        </p:nvSpPr>
        <p:spPr>
          <a:xfrm>
            <a:off x="3090672" y="1097280"/>
            <a:ext cx="54864" cy="3657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07C06B0-7A91-E152-FEAE-FE8211DB5EDF}"/>
              </a:ext>
            </a:extLst>
          </p:cNvPr>
          <p:cNvSpPr/>
          <p:nvPr/>
        </p:nvSpPr>
        <p:spPr>
          <a:xfrm>
            <a:off x="3246120" y="1188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AllocateResource.js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9863B16-9B3D-939B-173E-04BEFB3A4F1B}"/>
              </a:ext>
            </a:extLst>
          </p:cNvPr>
          <p:cNvSpPr/>
          <p:nvPr/>
        </p:nvSpPr>
        <p:spPr>
          <a:xfrm>
            <a:off x="3246120" y="1536192"/>
            <a:ext cx="2423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resources via REST 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5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to /api/institution/resource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5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Fetches recent on mount (useEffect)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5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Loading &amp; error states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5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Redirects on success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(localhost:8080)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602382E-41F9-736C-55E4-21C19D62FB28}"/>
              </a:ext>
            </a:extLst>
          </p:cNvPr>
          <p:cNvSpPr/>
          <p:nvPr/>
        </p:nvSpPr>
        <p:spPr>
          <a:xfrm>
            <a:off x="5952744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F5"/>
            </a:solidFill>
            <a:prstDash val="solid"/>
          </a:ln>
          <a:effectLst>
            <a:outerShdw blurRad="101600" dist="25400" dir="8100000" algn="bl" rotWithShape="0">
              <a:srgbClr val="065A82">
                <a:alpha val="10000"/>
              </a:srgbClr>
            </a:outerShdw>
          </a:effectLst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332C148-2183-7E20-7FEF-1F4629B16F6E}"/>
              </a:ext>
            </a:extLst>
          </p:cNvPr>
          <p:cNvSpPr/>
          <p:nvPr/>
        </p:nvSpPr>
        <p:spPr>
          <a:xfrm>
            <a:off x="5952744" y="1097280"/>
            <a:ext cx="54864" cy="3657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9D556DA-AC58-D408-E3F7-997E161CB632}"/>
              </a:ext>
            </a:extLst>
          </p:cNvPr>
          <p:cNvSpPr/>
          <p:nvPr/>
        </p:nvSpPr>
        <p:spPr>
          <a:xfrm>
            <a:off x="6108192" y="1188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InstitutionDashboard.js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CE52025-C12D-A1D3-D538-1CBB86DCBDBE}"/>
              </a:ext>
            </a:extLst>
          </p:cNvPr>
          <p:cNvSpPr/>
          <p:nvPr/>
        </p:nvSpPr>
        <p:spPr>
          <a:xfrm>
            <a:off x="6108192" y="1536192"/>
            <a:ext cx="2423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hub: stats, events &amp; resources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5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/api/institution/dashboard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5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Polls every 10 seconds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5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Stats grid (events + resources)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5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Quick-action nav buttons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loaded from localStorage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8D46857-1D9B-40AB-E290-8AB871599104}"/>
              </a:ext>
            </a:extLst>
          </p:cNvPr>
          <p:cNvSpPr/>
          <p:nvPr/>
        </p:nvSpPr>
        <p:spPr>
          <a:xfrm>
            <a:off x="2926080" y="2926080"/>
            <a:ext cx="16459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5882643-C94A-F3B5-B9C7-69AEA1E86162}"/>
              </a:ext>
            </a:extLst>
          </p:cNvPr>
          <p:cNvSpPr/>
          <p:nvPr/>
        </p:nvSpPr>
        <p:spPr>
          <a:xfrm>
            <a:off x="5788152" y="2926080"/>
            <a:ext cx="164592" cy="0"/>
          </a:xfrm>
          <a:prstGeom prst="line">
            <a:avLst/>
          </a:prstGeom>
          <a:noFill/>
          <a:ln w="19050">
            <a:solidFill>
              <a:srgbClr val="21295C"/>
            </a:solidFill>
            <a:prstDash val="dash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BB1E60B-FC73-F47B-C5A3-01F2D0902317}"/>
              </a:ext>
            </a:extLst>
          </p:cNvPr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C8E8F5"/>
          </a:solidFill>
          <a:ln w="12700">
            <a:solidFill>
              <a:srgbClr val="C8E8F5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5311E08-0C35-60FB-217D-7E22B86B1CFF}"/>
              </a:ext>
            </a:extLst>
          </p:cNvPr>
          <p:cNvSpPr/>
          <p:nvPr/>
        </p:nvSpPr>
        <p:spPr>
          <a:xfrm>
            <a:off x="228600" y="4882896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share SidebarInstitution  •  React Router (useNavigate)  •  Shared institution.css styles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80993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6869EF3-5670-84DF-F438-16BD9A120E3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8581B3-CB1B-540D-7B29-272BDD45110E}"/>
              </a:ext>
            </a:extLst>
          </p:cNvPr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Flowchart — Institution Dashboard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B1CA93F-4C67-2FA0-6984-FA252EC7FF3B}"/>
              </a:ext>
            </a:extLst>
          </p:cNvPr>
          <p:cNvSpPr/>
          <p:nvPr/>
        </p:nvSpPr>
        <p:spPr>
          <a:xfrm>
            <a:off x="201168" y="868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CreateEvent.js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ECA395-0CC2-EF9A-AFDC-52A7B5040A06}"/>
              </a:ext>
            </a:extLst>
          </p:cNvPr>
          <p:cNvSpPr/>
          <p:nvPr/>
        </p:nvSpPr>
        <p:spPr>
          <a:xfrm>
            <a:off x="3246120" y="868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AllocateResource.js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3D159F3-D325-8C04-9BF1-A419413E7243}"/>
              </a:ext>
            </a:extLst>
          </p:cNvPr>
          <p:cNvSpPr/>
          <p:nvPr/>
        </p:nvSpPr>
        <p:spPr>
          <a:xfrm>
            <a:off x="6291072" y="868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InstitutionDashboard.js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DA9EE09-F54F-DAC6-77E0-3304DBD57FC0}"/>
              </a:ext>
            </a:extLst>
          </p:cNvPr>
          <p:cNvSpPr/>
          <p:nvPr/>
        </p:nvSpPr>
        <p:spPr>
          <a:xfrm>
            <a:off x="3108960" y="822960"/>
            <a:ext cx="0" cy="4251960"/>
          </a:xfrm>
          <a:prstGeom prst="line">
            <a:avLst/>
          </a:prstGeom>
          <a:noFill/>
          <a:ln w="12700">
            <a:solidFill>
              <a:srgbClr val="BEE0EF"/>
            </a:solidFill>
            <a:prstDash val="dash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D3870D3-A22C-9F60-C25C-DDDC63D78BDA}"/>
              </a:ext>
            </a:extLst>
          </p:cNvPr>
          <p:cNvSpPr/>
          <p:nvPr/>
        </p:nvSpPr>
        <p:spPr>
          <a:xfrm>
            <a:off x="6153912" y="822960"/>
            <a:ext cx="0" cy="4251960"/>
          </a:xfrm>
          <a:prstGeom prst="line">
            <a:avLst/>
          </a:prstGeom>
          <a:noFill/>
          <a:ln w="12700">
            <a:solidFill>
              <a:srgbClr val="BEE0EF"/>
            </a:solidFill>
            <a:prstDash val="dash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01A15F6-156A-5945-2EF1-2C600AA84882}"/>
              </a:ext>
            </a:extLst>
          </p:cNvPr>
          <p:cNvSpPr/>
          <p:nvPr/>
        </p:nvSpPr>
        <p:spPr>
          <a:xfrm>
            <a:off x="201168" y="1234440"/>
            <a:ext cx="2331720" cy="384048"/>
          </a:xfrm>
          <a:prstGeom prst="rect">
            <a:avLst/>
          </a:prstGeom>
          <a:solidFill>
            <a:srgbClr val="DAEEF8"/>
          </a:solidFill>
          <a:ln w="1524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ADB8057-BA91-0539-5665-BCA6C33BE1FC}"/>
              </a:ext>
            </a:extLst>
          </p:cNvPr>
          <p:cNvSpPr/>
          <p:nvPr/>
        </p:nvSpPr>
        <p:spPr>
          <a:xfrm>
            <a:off x="201168" y="1234440"/>
            <a:ext cx="2331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CreateEvent page</a:t>
            </a:r>
            <a:endParaRPr lang="en-US" sz="9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1773536-4DCD-3EC3-DFC8-677AE7990F0F}"/>
              </a:ext>
            </a:extLst>
          </p:cNvPr>
          <p:cNvSpPr/>
          <p:nvPr/>
        </p:nvSpPr>
        <p:spPr>
          <a:xfrm>
            <a:off x="1367028" y="1618488"/>
            <a:ext cx="0" cy="914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5DA357C-EF65-5F82-AB16-7F63520DB295}"/>
              </a:ext>
            </a:extLst>
          </p:cNvPr>
          <p:cNvSpPr/>
          <p:nvPr/>
        </p:nvSpPr>
        <p:spPr>
          <a:xfrm>
            <a:off x="201168" y="1783080"/>
            <a:ext cx="2331720" cy="384048"/>
          </a:xfrm>
          <a:prstGeom prst="rect">
            <a:avLst/>
          </a:prstGeom>
          <a:solidFill>
            <a:srgbClr val="C6E7F5"/>
          </a:solidFill>
          <a:ln w="1524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B7C9136-CEBF-150C-3972-EF3CC6AF5EED}"/>
              </a:ext>
            </a:extLst>
          </p:cNvPr>
          <p:cNvSpPr/>
          <p:nvPr/>
        </p:nvSpPr>
        <p:spPr>
          <a:xfrm>
            <a:off x="201168" y="1783080"/>
            <a:ext cx="2331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Event Title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(controlled input)</a:t>
            </a:r>
            <a:endParaRPr lang="en-US" sz="9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29434C5-4FAD-10D7-CE0D-9BE3FF4000D5}"/>
              </a:ext>
            </a:extLst>
          </p:cNvPr>
          <p:cNvSpPr/>
          <p:nvPr/>
        </p:nvSpPr>
        <p:spPr>
          <a:xfrm>
            <a:off x="1367028" y="2167128"/>
            <a:ext cx="0" cy="164592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5999118-D80B-A2F9-32B9-1F703BBA6CB5}"/>
              </a:ext>
            </a:extLst>
          </p:cNvPr>
          <p:cNvSpPr/>
          <p:nvPr/>
        </p:nvSpPr>
        <p:spPr>
          <a:xfrm>
            <a:off x="201168" y="2377440"/>
            <a:ext cx="2331720" cy="384048"/>
          </a:xfrm>
          <a:prstGeom prst="rect">
            <a:avLst/>
          </a:prstGeom>
          <a:solidFill>
            <a:srgbClr val="B3DFEF"/>
          </a:solidFill>
          <a:ln w="1524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C74766C-A111-E26E-CA5C-3566E0E99825}"/>
              </a:ext>
            </a:extLst>
          </p:cNvPr>
          <p:cNvSpPr/>
          <p:nvPr/>
        </p:nvSpPr>
        <p:spPr>
          <a:xfrm>
            <a:off x="201168" y="2377440"/>
            <a:ext cx="2331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onSubmit handler</a:t>
            </a:r>
            <a:endParaRPr lang="en-US" sz="9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6ECC0C8-E56A-FA11-C344-B5D189B42DCC}"/>
              </a:ext>
            </a:extLst>
          </p:cNvPr>
          <p:cNvSpPr/>
          <p:nvPr/>
        </p:nvSpPr>
        <p:spPr>
          <a:xfrm>
            <a:off x="1367028" y="2761488"/>
            <a:ext cx="0" cy="164592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51774FB-62AD-7F10-C091-EA93D5F17663}"/>
              </a:ext>
            </a:extLst>
          </p:cNvPr>
          <p:cNvSpPr/>
          <p:nvPr/>
        </p:nvSpPr>
        <p:spPr>
          <a:xfrm>
            <a:off x="201168" y="2971800"/>
            <a:ext cx="2331720" cy="384048"/>
          </a:xfrm>
          <a:prstGeom prst="rect">
            <a:avLst/>
          </a:prstGeom>
          <a:solidFill>
            <a:srgbClr val="FFF3CD"/>
          </a:solidFill>
          <a:ln w="19050">
            <a:solidFill>
              <a:srgbClr val="E6A817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7AEAD7F-2C1F-F236-EAA6-0CCFF73C1E40}"/>
              </a:ext>
            </a:extLst>
          </p:cNvPr>
          <p:cNvSpPr/>
          <p:nvPr/>
        </p:nvSpPr>
        <p:spPr>
          <a:xfrm>
            <a:off x="201168" y="29718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empty?</a:t>
            </a:r>
            <a:endParaRPr lang="en-US" sz="9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C54C2D5-2ACB-E266-38D9-81C301FBF1F4}"/>
              </a:ext>
            </a:extLst>
          </p:cNvPr>
          <p:cNvSpPr/>
          <p:nvPr/>
        </p:nvSpPr>
        <p:spPr>
          <a:xfrm>
            <a:off x="1184148" y="336499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8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CCED44F-E5DD-E06E-0D9D-71DEE5F2BE44}"/>
              </a:ext>
            </a:extLst>
          </p:cNvPr>
          <p:cNvSpPr/>
          <p:nvPr/>
        </p:nvSpPr>
        <p:spPr>
          <a:xfrm>
            <a:off x="1367028" y="3493008"/>
            <a:ext cx="0" cy="457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FBEE2FA-26D2-27AC-530A-386847932E3F}"/>
              </a:ext>
            </a:extLst>
          </p:cNvPr>
          <p:cNvSpPr/>
          <p:nvPr/>
        </p:nvSpPr>
        <p:spPr>
          <a:xfrm>
            <a:off x="201168" y="3566160"/>
            <a:ext cx="2331720" cy="384048"/>
          </a:xfrm>
          <a:prstGeom prst="rect">
            <a:avLst/>
          </a:prstGeom>
          <a:solidFill>
            <a:srgbClr val="065A82"/>
          </a:solidFill>
          <a:ln w="1524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FF025E-4B66-11A2-050B-C37F7B9310FF}"/>
              </a:ext>
            </a:extLst>
          </p:cNvPr>
          <p:cNvSpPr/>
          <p:nvPr/>
        </p:nvSpPr>
        <p:spPr>
          <a:xfrm>
            <a:off x="201168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localStorage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show success msg</a:t>
            </a:r>
            <a:endParaRPr lang="en-US" sz="9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43C7B0C-ED16-AF37-5F86-2817BDC7E9A1}"/>
              </a:ext>
            </a:extLst>
          </p:cNvPr>
          <p:cNvSpPr/>
          <p:nvPr/>
        </p:nvSpPr>
        <p:spPr>
          <a:xfrm>
            <a:off x="1367028" y="3950208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F04927E-8F70-328A-8CCD-AEDE5AF66C9A}"/>
              </a:ext>
            </a:extLst>
          </p:cNvPr>
          <p:cNvSpPr/>
          <p:nvPr/>
        </p:nvSpPr>
        <p:spPr>
          <a:xfrm>
            <a:off x="201168" y="4160520"/>
            <a:ext cx="2331720" cy="384048"/>
          </a:xfrm>
          <a:prstGeom prst="rect">
            <a:avLst/>
          </a:prstGeom>
          <a:solidFill>
            <a:srgbClr val="1C7293"/>
          </a:solidFill>
          <a:ln w="1524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E9ED906-C4A2-AE49-229B-4F99BD893C85}"/>
              </a:ext>
            </a:extLst>
          </p:cNvPr>
          <p:cNvSpPr/>
          <p:nvPr/>
        </p:nvSpPr>
        <p:spPr>
          <a:xfrm>
            <a:off x="201168" y="4160520"/>
            <a:ext cx="2331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manage-events (2s)</a:t>
            </a:r>
            <a:endParaRPr lang="en-US" sz="9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E161530-5151-290F-4B4F-C7383C053C86}"/>
              </a:ext>
            </a:extLst>
          </p:cNvPr>
          <p:cNvSpPr/>
          <p:nvPr/>
        </p:nvSpPr>
        <p:spPr>
          <a:xfrm>
            <a:off x="3246120" y="1234440"/>
            <a:ext cx="2331720" cy="384048"/>
          </a:xfrm>
          <a:prstGeom prst="rect">
            <a:avLst/>
          </a:prstGeom>
          <a:solidFill>
            <a:srgbClr val="DAEEF8"/>
          </a:solidFill>
          <a:ln w="1524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31DE2A6-0021-C29E-9501-EBDC79F99657}"/>
              </a:ext>
            </a:extLst>
          </p:cNvPr>
          <p:cNvSpPr/>
          <p:nvPr/>
        </p:nvSpPr>
        <p:spPr>
          <a:xfrm>
            <a:off x="3246120" y="1234440"/>
            <a:ext cx="2331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fires</a:t>
            </a:r>
            <a:endParaRPr lang="en-US" sz="9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4E86C75-B117-1314-2CCE-3CF43AF81DBD}"/>
              </a:ext>
            </a:extLst>
          </p:cNvPr>
          <p:cNvSpPr/>
          <p:nvPr/>
        </p:nvSpPr>
        <p:spPr>
          <a:xfrm>
            <a:off x="4411980" y="1618488"/>
            <a:ext cx="0" cy="914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EE4108ED-47BF-E872-9092-FBA0C3D96D5F}"/>
              </a:ext>
            </a:extLst>
          </p:cNvPr>
          <p:cNvSpPr/>
          <p:nvPr/>
        </p:nvSpPr>
        <p:spPr>
          <a:xfrm>
            <a:off x="3246120" y="1783080"/>
            <a:ext cx="2331720" cy="384048"/>
          </a:xfrm>
          <a:prstGeom prst="rect">
            <a:avLst/>
          </a:prstGeom>
          <a:solidFill>
            <a:srgbClr val="C6E7F5"/>
          </a:solidFill>
          <a:ln w="1524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8A56F04-DB97-314F-05D2-95D8B0C88881}"/>
              </a:ext>
            </a:extLst>
          </p:cNvPr>
          <p:cNvSpPr/>
          <p:nvPr/>
        </p:nvSpPr>
        <p:spPr>
          <a:xfrm>
            <a:off x="3246120" y="1783080"/>
            <a:ext cx="2331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/resources/recent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backend</a:t>
            </a:r>
            <a:endParaRPr lang="en-US" sz="9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A51B1B45-28F1-BD74-A9F5-6C85F6747902}"/>
              </a:ext>
            </a:extLst>
          </p:cNvPr>
          <p:cNvSpPr/>
          <p:nvPr/>
        </p:nvSpPr>
        <p:spPr>
          <a:xfrm>
            <a:off x="4411980" y="2167128"/>
            <a:ext cx="0" cy="164592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EC3A8DB-FAFC-CAB7-6445-29EC52AB4FC8}"/>
              </a:ext>
            </a:extLst>
          </p:cNvPr>
          <p:cNvSpPr/>
          <p:nvPr/>
        </p:nvSpPr>
        <p:spPr>
          <a:xfrm>
            <a:off x="3246120" y="2377440"/>
            <a:ext cx="2331720" cy="384048"/>
          </a:xfrm>
          <a:prstGeom prst="rect">
            <a:avLst/>
          </a:prstGeom>
          <a:solidFill>
            <a:srgbClr val="B3DFEF"/>
          </a:solidFill>
          <a:ln w="1524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405EB6A-4D4B-27FD-5CD8-CE008C7F6670}"/>
              </a:ext>
            </a:extLst>
          </p:cNvPr>
          <p:cNvSpPr/>
          <p:nvPr/>
        </p:nvSpPr>
        <p:spPr>
          <a:xfrm>
            <a:off x="3246120" y="2377440"/>
            <a:ext cx="2331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resource type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submits</a:t>
            </a:r>
            <a:endParaRPr lang="en-US" sz="9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C0931A4-DD37-4D63-B1B3-2B4CE6445384}"/>
              </a:ext>
            </a:extLst>
          </p:cNvPr>
          <p:cNvSpPr/>
          <p:nvPr/>
        </p:nvSpPr>
        <p:spPr>
          <a:xfrm>
            <a:off x="4411980" y="2761488"/>
            <a:ext cx="0" cy="164592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025C6014-1F31-6F78-3F9C-83265A1D5DCA}"/>
              </a:ext>
            </a:extLst>
          </p:cNvPr>
          <p:cNvSpPr/>
          <p:nvPr/>
        </p:nvSpPr>
        <p:spPr>
          <a:xfrm>
            <a:off x="3246120" y="2971800"/>
            <a:ext cx="2331720" cy="384048"/>
          </a:xfrm>
          <a:prstGeom prst="rect">
            <a:avLst/>
          </a:prstGeom>
          <a:solidFill>
            <a:srgbClr val="FFF3CD"/>
          </a:solidFill>
          <a:ln w="19050">
            <a:solidFill>
              <a:srgbClr val="E6A817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D19B308-1A7D-335F-81D8-A05E11BE111D}"/>
              </a:ext>
            </a:extLst>
          </p:cNvPr>
          <p:cNvSpPr/>
          <p:nvPr/>
        </p:nvSpPr>
        <p:spPr>
          <a:xfrm>
            <a:off x="3246120" y="29718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OK?</a:t>
            </a:r>
            <a:endParaRPr lang="en-US" sz="95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95A54F9-9DC8-64AA-1588-DDCB678743EA}"/>
              </a:ext>
            </a:extLst>
          </p:cNvPr>
          <p:cNvSpPr/>
          <p:nvPr/>
        </p:nvSpPr>
        <p:spPr>
          <a:xfrm>
            <a:off x="4229100" y="336499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↓</a:t>
            </a:r>
            <a:endParaRPr lang="en-US" sz="8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51AC114-4F39-9F41-2073-29A9AFF509F5}"/>
              </a:ext>
            </a:extLst>
          </p:cNvPr>
          <p:cNvSpPr/>
          <p:nvPr/>
        </p:nvSpPr>
        <p:spPr>
          <a:xfrm>
            <a:off x="4411980" y="3493008"/>
            <a:ext cx="0" cy="457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4CFF232-5951-16BB-94A5-0EDFC00A09F4}"/>
              </a:ext>
            </a:extLst>
          </p:cNvPr>
          <p:cNvSpPr/>
          <p:nvPr/>
        </p:nvSpPr>
        <p:spPr>
          <a:xfrm>
            <a:off x="3246120" y="3566160"/>
            <a:ext cx="2331720" cy="384048"/>
          </a:xfrm>
          <a:prstGeom prst="rect">
            <a:avLst/>
          </a:prstGeom>
          <a:solidFill>
            <a:srgbClr val="065A82"/>
          </a:solidFill>
          <a:ln w="1524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8A26822-DF13-D2E0-B9B3-A330AEB9DD65}"/>
              </a:ext>
            </a:extLst>
          </p:cNvPr>
          <p:cNvSpPr/>
          <p:nvPr/>
        </p:nvSpPr>
        <p:spPr>
          <a:xfrm>
            <a:off x="3246120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/resource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body sent</a:t>
            </a:r>
            <a:endParaRPr lang="en-US" sz="95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A8A143F7-C01F-F3BF-C488-D7C3968EB2E4}"/>
              </a:ext>
            </a:extLst>
          </p:cNvPr>
          <p:cNvSpPr/>
          <p:nvPr/>
        </p:nvSpPr>
        <p:spPr>
          <a:xfrm>
            <a:off x="4411980" y="3950208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FBB2ED5F-3109-F2B8-72E3-DC80A3DFB858}"/>
              </a:ext>
            </a:extLst>
          </p:cNvPr>
          <p:cNvSpPr/>
          <p:nvPr/>
        </p:nvSpPr>
        <p:spPr>
          <a:xfrm>
            <a:off x="3246120" y="4160520"/>
            <a:ext cx="2331720" cy="384048"/>
          </a:xfrm>
          <a:prstGeom prst="rect">
            <a:avLst/>
          </a:prstGeom>
          <a:solidFill>
            <a:srgbClr val="1C7293"/>
          </a:solidFill>
          <a:ln w="1524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20341A56-7FBA-F5EA-4CA9-EF40A0C97850}"/>
              </a:ext>
            </a:extLst>
          </p:cNvPr>
          <p:cNvSpPr/>
          <p:nvPr/>
        </p:nvSpPr>
        <p:spPr>
          <a:xfrm>
            <a:off x="3246120" y="4160520"/>
            <a:ext cx="2331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success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dashboard</a:t>
            </a:r>
            <a:endParaRPr lang="en-US" sz="95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F6388657-E667-0F9B-7775-4128963855C3}"/>
              </a:ext>
            </a:extLst>
          </p:cNvPr>
          <p:cNvSpPr/>
          <p:nvPr/>
        </p:nvSpPr>
        <p:spPr>
          <a:xfrm>
            <a:off x="6291072" y="1234440"/>
            <a:ext cx="2331720" cy="384048"/>
          </a:xfrm>
          <a:prstGeom prst="rect">
            <a:avLst/>
          </a:prstGeom>
          <a:solidFill>
            <a:srgbClr val="DAEEF8"/>
          </a:solidFill>
          <a:ln w="1524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B4BE1B4E-A75C-A1DA-C76B-7C422D6D3E46}"/>
              </a:ext>
            </a:extLst>
          </p:cNvPr>
          <p:cNvSpPr/>
          <p:nvPr/>
        </p:nvSpPr>
        <p:spPr>
          <a:xfrm>
            <a:off x="6291072" y="1234440"/>
            <a:ext cx="2331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mounts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fires</a:t>
            </a:r>
            <a:endParaRPr lang="en-US" sz="95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308D89FB-197C-6FCE-09DF-1DD378134475}"/>
              </a:ext>
            </a:extLst>
          </p:cNvPr>
          <p:cNvSpPr/>
          <p:nvPr/>
        </p:nvSpPr>
        <p:spPr>
          <a:xfrm>
            <a:off x="7456932" y="1618488"/>
            <a:ext cx="0" cy="914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76D04E1E-00D0-EF09-AD3D-AC6B66ED8B41}"/>
              </a:ext>
            </a:extLst>
          </p:cNvPr>
          <p:cNvSpPr/>
          <p:nvPr/>
        </p:nvSpPr>
        <p:spPr>
          <a:xfrm>
            <a:off x="6291072" y="1783080"/>
            <a:ext cx="2331720" cy="384048"/>
          </a:xfrm>
          <a:prstGeom prst="rect">
            <a:avLst/>
          </a:prstGeom>
          <a:solidFill>
            <a:srgbClr val="C6E7F5"/>
          </a:solidFill>
          <a:ln w="1524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497586D2-D4DA-35F9-0320-DB5C09AC7985}"/>
              </a:ext>
            </a:extLst>
          </p:cNvPr>
          <p:cNvSpPr/>
          <p:nvPr/>
        </p:nvSpPr>
        <p:spPr>
          <a:xfrm>
            <a:off x="6291072" y="1783080"/>
            <a:ext cx="2331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user from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9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8C8B7812-73C7-0C56-A158-9316BED20E57}"/>
              </a:ext>
            </a:extLst>
          </p:cNvPr>
          <p:cNvSpPr/>
          <p:nvPr/>
        </p:nvSpPr>
        <p:spPr>
          <a:xfrm>
            <a:off x="7456932" y="2167128"/>
            <a:ext cx="0" cy="164592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3F4ECFC0-44E9-FC41-9A28-B0F97E8872E0}"/>
              </a:ext>
            </a:extLst>
          </p:cNvPr>
          <p:cNvSpPr/>
          <p:nvPr/>
        </p:nvSpPr>
        <p:spPr>
          <a:xfrm>
            <a:off x="6291072" y="2377440"/>
            <a:ext cx="2331720" cy="384048"/>
          </a:xfrm>
          <a:prstGeom prst="rect">
            <a:avLst/>
          </a:prstGeom>
          <a:solidFill>
            <a:srgbClr val="B3DFEF"/>
          </a:solidFill>
          <a:ln w="1524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CAB2FD8F-457E-7A65-39FF-94E25DE6BA85}"/>
              </a:ext>
            </a:extLst>
          </p:cNvPr>
          <p:cNvSpPr/>
          <p:nvPr/>
        </p:nvSpPr>
        <p:spPr>
          <a:xfrm>
            <a:off x="6291072" y="2377440"/>
            <a:ext cx="2331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/dashboard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stats + lists</a:t>
            </a:r>
            <a:endParaRPr lang="en-US" sz="95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0BDDC4D5-C58C-CFCF-56DA-C5432FB71844}"/>
              </a:ext>
            </a:extLst>
          </p:cNvPr>
          <p:cNvSpPr/>
          <p:nvPr/>
        </p:nvSpPr>
        <p:spPr>
          <a:xfrm>
            <a:off x="7456932" y="2761488"/>
            <a:ext cx="0" cy="164592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91F2CD38-4B5A-707D-D780-29405883A330}"/>
              </a:ext>
            </a:extLst>
          </p:cNvPr>
          <p:cNvSpPr/>
          <p:nvPr/>
        </p:nvSpPr>
        <p:spPr>
          <a:xfrm>
            <a:off x="6291072" y="2971800"/>
            <a:ext cx="2331720" cy="384048"/>
          </a:xfrm>
          <a:prstGeom prst="rect">
            <a:avLst/>
          </a:prstGeom>
          <a:solidFill>
            <a:srgbClr val="065A82"/>
          </a:solidFill>
          <a:ln w="1524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B9D0222D-154F-CF6A-F153-C942561B3B4D}"/>
              </a:ext>
            </a:extLst>
          </p:cNvPr>
          <p:cNvSpPr/>
          <p:nvPr/>
        </p:nvSpPr>
        <p:spPr>
          <a:xfrm>
            <a:off x="6291072" y="2971800"/>
            <a:ext cx="2331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stats grid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events/resources</a:t>
            </a:r>
            <a:endParaRPr lang="en-US" sz="95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823135BC-9A58-4402-415A-2CA9BEF0C17B}"/>
              </a:ext>
            </a:extLst>
          </p:cNvPr>
          <p:cNvSpPr/>
          <p:nvPr/>
        </p:nvSpPr>
        <p:spPr>
          <a:xfrm>
            <a:off x="7456932" y="3355848"/>
            <a:ext cx="0" cy="164592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FC5885DA-8982-3B63-9CAF-9F9A9A48F5C1}"/>
              </a:ext>
            </a:extLst>
          </p:cNvPr>
          <p:cNvSpPr/>
          <p:nvPr/>
        </p:nvSpPr>
        <p:spPr>
          <a:xfrm>
            <a:off x="6291072" y="3566160"/>
            <a:ext cx="2331720" cy="384048"/>
          </a:xfrm>
          <a:prstGeom prst="rect">
            <a:avLst/>
          </a:prstGeom>
          <a:solidFill>
            <a:srgbClr val="1C7293"/>
          </a:solidFill>
          <a:ln w="1524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D2FE3EDC-4C14-02BE-C322-E0B370D3A6F7}"/>
              </a:ext>
            </a:extLst>
          </p:cNvPr>
          <p:cNvSpPr/>
          <p:nvPr/>
        </p:nvSpPr>
        <p:spPr>
          <a:xfrm>
            <a:off x="6291072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every 10s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setInterval refresh</a:t>
            </a:r>
            <a:endParaRPr lang="en-US" sz="95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47C78F69-D7D6-BB21-EFB5-F075DDC40E60}"/>
              </a:ext>
            </a:extLst>
          </p:cNvPr>
          <p:cNvSpPr/>
          <p:nvPr/>
        </p:nvSpPr>
        <p:spPr>
          <a:xfrm>
            <a:off x="7456932" y="3950208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F1226A85-9CEC-FDEB-CA8A-FB002EFBAA23}"/>
              </a:ext>
            </a:extLst>
          </p:cNvPr>
          <p:cNvSpPr/>
          <p:nvPr/>
        </p:nvSpPr>
        <p:spPr>
          <a:xfrm>
            <a:off x="6291072" y="4160520"/>
            <a:ext cx="2331720" cy="384048"/>
          </a:xfrm>
          <a:prstGeom prst="rect">
            <a:avLst/>
          </a:prstGeom>
          <a:solidFill>
            <a:srgbClr val="21295C"/>
          </a:solidFill>
          <a:ln w="1524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446DB7BA-93F1-D8C1-3798-3269A0F6886E}"/>
              </a:ext>
            </a:extLst>
          </p:cNvPr>
          <p:cNvSpPr/>
          <p:nvPr/>
        </p:nvSpPr>
        <p:spPr>
          <a:xfrm>
            <a:off x="6291072" y="4160520"/>
            <a:ext cx="2331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Event / Allocate</a:t>
            </a:r>
            <a:endParaRPr lang="en-US" sz="95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0324639C-8972-B4B0-A46C-1117FE6B9AE8}"/>
              </a:ext>
            </a:extLst>
          </p:cNvPr>
          <p:cNvSpPr/>
          <p:nvPr/>
        </p:nvSpPr>
        <p:spPr>
          <a:xfrm>
            <a:off x="5577840" y="4352544"/>
            <a:ext cx="713232" cy="0"/>
          </a:xfrm>
          <a:prstGeom prst="line">
            <a:avLst/>
          </a:prstGeom>
          <a:noFill/>
          <a:ln w="15240">
            <a:solidFill>
              <a:srgbClr val="E6A817"/>
            </a:solidFill>
            <a:prstDash val="dash"/>
          </a:ln>
        </p:spPr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4F65953C-8984-8DE2-4B19-EEC8D16F565B}"/>
              </a:ext>
            </a:extLst>
          </p:cNvPr>
          <p:cNvSpPr/>
          <p:nvPr/>
        </p:nvSpPr>
        <p:spPr>
          <a:xfrm>
            <a:off x="5596128" y="419709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A0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75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4EEEBA62-8893-F58E-90D8-91E8B89634E0}"/>
              </a:ext>
            </a:extLst>
          </p:cNvPr>
          <p:cNvSpPr/>
          <p:nvPr/>
        </p:nvSpPr>
        <p:spPr>
          <a:xfrm>
            <a:off x="201168" y="4873752"/>
            <a:ext cx="8741664" cy="228600"/>
          </a:xfrm>
          <a:prstGeom prst="rect">
            <a:avLst/>
          </a:prstGeom>
          <a:solidFill>
            <a:srgbClr val="C8E8F5"/>
          </a:solidFill>
          <a:ln w="12700">
            <a:solidFill>
              <a:srgbClr val="C8E8F5"/>
            </a:solidFill>
            <a:prstDash val="solid"/>
          </a:ln>
        </p:spPr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4D78E06D-6D77-F050-D449-032B7B59CE90}"/>
              </a:ext>
            </a:extLst>
          </p:cNvPr>
          <p:cNvSpPr/>
          <p:nvPr/>
        </p:nvSpPr>
        <p:spPr>
          <a:xfrm>
            <a:off x="320040" y="4910328"/>
            <a:ext cx="201168" cy="128016"/>
          </a:xfrm>
          <a:prstGeom prst="rect">
            <a:avLst/>
          </a:prstGeom>
          <a:solidFill>
            <a:srgbClr val="DAEEF8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E2479D56-7CE3-8563-E0AA-C074C44AC087}"/>
              </a:ext>
            </a:extLst>
          </p:cNvPr>
          <p:cNvSpPr/>
          <p:nvPr/>
        </p:nvSpPr>
        <p:spPr>
          <a:xfrm>
            <a:off x="548640" y="491032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Input/Trigger</a:t>
            </a:r>
            <a:endParaRPr lang="en-US" sz="80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D1F6FA4B-B8DD-20F9-4597-084850662BA6}"/>
              </a:ext>
            </a:extLst>
          </p:cNvPr>
          <p:cNvSpPr/>
          <p:nvPr/>
        </p:nvSpPr>
        <p:spPr>
          <a:xfrm>
            <a:off x="1920240" y="4910328"/>
            <a:ext cx="201168" cy="128016"/>
          </a:xfrm>
          <a:prstGeom prst="rect">
            <a:avLst/>
          </a:prstGeom>
          <a:solidFill>
            <a:srgbClr val="065A82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98BF6CC3-F538-7252-23C4-77D74BFC16B4}"/>
              </a:ext>
            </a:extLst>
          </p:cNvPr>
          <p:cNvSpPr/>
          <p:nvPr/>
        </p:nvSpPr>
        <p:spPr>
          <a:xfrm>
            <a:off x="2148840" y="4910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Action/Save</a:t>
            </a:r>
            <a:endParaRPr lang="en-US" sz="800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0A273F80-E84E-E94E-6689-31BB5D6EFD75}"/>
              </a:ext>
            </a:extLst>
          </p:cNvPr>
          <p:cNvSpPr/>
          <p:nvPr/>
        </p:nvSpPr>
        <p:spPr>
          <a:xfrm>
            <a:off x="3383280" y="4910328"/>
            <a:ext cx="201168" cy="128016"/>
          </a:xfrm>
          <a:prstGeom prst="rect">
            <a:avLst/>
          </a:prstGeom>
          <a:solidFill>
            <a:srgbClr val="FFF3CD"/>
          </a:solidFill>
          <a:ln w="10160">
            <a:solidFill>
              <a:srgbClr val="E6A817"/>
            </a:solidFill>
            <a:prstDash val="solid"/>
          </a:ln>
        </p:spPr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952B67DE-AE22-6678-7F4C-28DA05427DF9}"/>
              </a:ext>
            </a:extLst>
          </p:cNvPr>
          <p:cNvSpPr/>
          <p:nvPr/>
        </p:nvSpPr>
        <p:spPr>
          <a:xfrm>
            <a:off x="3611880" y="491032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Decision/Check</a:t>
            </a:r>
            <a:endParaRPr lang="en-US" sz="800" dirty="0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AE5EF85D-A045-4D23-52E7-9CE6BEBF8CBA}"/>
              </a:ext>
            </a:extLst>
          </p:cNvPr>
          <p:cNvSpPr/>
          <p:nvPr/>
        </p:nvSpPr>
        <p:spPr>
          <a:xfrm>
            <a:off x="5029200" y="4974336"/>
            <a:ext cx="320040" cy="0"/>
          </a:xfrm>
          <a:prstGeom prst="line">
            <a:avLst/>
          </a:prstGeom>
          <a:noFill/>
          <a:ln w="15240">
            <a:solidFill>
              <a:srgbClr val="E6A817"/>
            </a:solidFill>
            <a:prstDash val="dash"/>
          </a:ln>
        </p:spPr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06712236-DE78-350F-5613-060C482F0D30}"/>
              </a:ext>
            </a:extLst>
          </p:cNvPr>
          <p:cNvSpPr/>
          <p:nvPr/>
        </p:nvSpPr>
        <p:spPr>
          <a:xfrm>
            <a:off x="5376672" y="491032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Cross-component trigger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476531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Creation &amp; Scheduling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228600" y="1070770"/>
            <a:ext cx="2606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1070770"/>
            <a:ext cx="64008" cy="10058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125365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125365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112563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Service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14400" y="149139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educators to view their event agenda and update event materials.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08960" y="107077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08960" y="1070770"/>
            <a:ext cx="64008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Shape 34"/>
          <p:cNvSpPr/>
          <p:nvPr/>
        </p:nvSpPr>
        <p:spPr>
          <a:xfrm>
            <a:off x="3246120" y="1253650"/>
            <a:ext cx="457200" cy="45720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125365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94760" y="112563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 Service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794760" y="1491394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student event registrations and registration status tracking.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26480" y="1070770"/>
            <a:ext cx="2788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1070770"/>
            <a:ext cx="64008" cy="10058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2" name="Shape 40"/>
          <p:cNvSpPr/>
          <p:nvPr/>
        </p:nvSpPr>
        <p:spPr>
          <a:xfrm>
            <a:off x="6263640" y="1253650"/>
            <a:ext cx="457200" cy="457200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125365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12280" y="112563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Dashboard Service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12280" y="149139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centralized dashboard for institutions to manage events and resources.</a:t>
            </a:r>
            <a:endParaRPr lang="en-US" sz="95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E4E3BA8-C9B1-035C-7B34-8368B2B4A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847" y="2259490"/>
            <a:ext cx="5656181" cy="276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16B1381-2E19-6D53-55E7-D4A9EEEC7E77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A59893-BB78-FD7E-01BB-088FC9AA43CD}"/>
              </a:ext>
            </a:extLst>
          </p:cNvPr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Service</a:t>
            </a:r>
            <a:endParaRPr lang="en-US" sz="2600" dirty="0"/>
          </a:p>
        </p:txBody>
      </p:sp>
      <p:pic>
        <p:nvPicPr>
          <p:cNvPr id="5121" name="Picture 1">
            <a:extLst>
              <a:ext uri="{FF2B5EF4-FFF2-40B4-BE49-F238E27FC236}">
                <a16:creationId xmlns:a16="http://schemas.microsoft.com/office/drawing/2014/main" id="{37EE2A6C-5B89-1693-BA8B-488C8054C2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20" r="21783"/>
          <a:stretch>
            <a:fillRect/>
          </a:stretch>
        </p:blipFill>
        <p:spPr bwMode="auto">
          <a:xfrm>
            <a:off x="115260" y="914400"/>
            <a:ext cx="4308182" cy="4103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99934D5F-9E5C-EA95-C04F-6386935364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5257360"/>
              </p:ext>
            </p:extLst>
          </p:nvPr>
        </p:nvGraphicFramePr>
        <p:xfrm>
          <a:off x="4572000" y="1858576"/>
          <a:ext cx="4308182" cy="2748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88244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069701-BF0C-C5CA-CF96-1ADAB3276515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C29286-2D48-1213-1C56-6D64E9F8D87C}"/>
              </a:ext>
            </a:extLst>
          </p:cNvPr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Resource Management Service</a:t>
            </a:r>
            <a:endParaRPr lang="en-US" sz="26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CEF6136-96F3-E348-73A7-25EEA53CF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39" y="822960"/>
            <a:ext cx="8229599" cy="42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98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2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91440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3657600"/>
            <a:ext cx="2011680" cy="201168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EduEvent — Educational Event Management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BB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Centralizing institutions, educators, and students on one powerful platform.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1783080" cy="365760"/>
          </a:xfrm>
          <a:prstGeom prst="roundRect">
            <a:avLst>
              <a:gd name="adj" fmla="val 30000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918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Frontend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0" y="3291840"/>
            <a:ext cx="1783080" cy="365760"/>
          </a:xfrm>
          <a:prstGeom prst="roundRect">
            <a:avLst>
              <a:gd name="adj" fmla="val 30000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32918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Microservices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3291840"/>
            <a:ext cx="1783080" cy="365760"/>
          </a:xfrm>
          <a:prstGeom prst="roundRect">
            <a:avLst>
              <a:gd name="adj" fmla="val 30000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2918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0" y="3291840"/>
            <a:ext cx="1783080" cy="365760"/>
          </a:xfrm>
          <a:prstGeom prst="roundRect">
            <a:avLst>
              <a:gd name="adj" fmla="val 30000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2918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educational institutions to streamline event operations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836</Words>
  <Application>Microsoft Office PowerPoint</Application>
  <PresentationFormat>On-screen Show (16:9)</PresentationFormat>
  <Paragraphs>212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EduEvent - Educational Event Management System</dc:title>
  <dc:subject>PptxGenJS Presentation</dc:subject>
  <dc:creator>PptxGenJS</dc:creator>
  <cp:lastModifiedBy>ADMIN</cp:lastModifiedBy>
  <cp:revision>3</cp:revision>
  <dcterms:created xsi:type="dcterms:W3CDTF">2026-03-16T05:19:16Z</dcterms:created>
  <dcterms:modified xsi:type="dcterms:W3CDTF">2026-03-16T07:06:26Z</dcterms:modified>
</cp:coreProperties>
</file>