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15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E3A7A">
              <a:alpha val="70000"/>
            </a:srgbClr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K.S.R.M COLLEGE OF ENGINEERING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RentEasy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&amp; Rental Management System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Microservice-Based Property Rental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2004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108960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19358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089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React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31720" y="3108960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193580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31089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Spring Boot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3108960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193580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31089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MySQL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310896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Development  |  Academic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&amp; Responsibilities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548198"/>
              </p:ext>
            </p:extLst>
          </p:nvPr>
        </p:nvGraphicFramePr>
        <p:xfrm>
          <a:off x="228600" y="1051560"/>
          <a:ext cx="7845552" cy="3890360"/>
        </p:xfrm>
        <a:graphic>
          <a:graphicData uri="http://schemas.openxmlformats.org/drawingml/2006/table">
            <a:tbl>
              <a:tblPr/>
              <a:tblGrid>
                <a:gridCol w="34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Task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 Tulasi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239Y1A05A7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Authentication &amp; Security Service(Backend)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Setup and 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Mispa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239Y1A0570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Authentication &amp; Security Service(Backend)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Property 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Shaik Sofiya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239Y1A04E6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Authentication &amp; Security Service(Frontend)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UI Pages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latin typeface="Calibri" charset="0"/>
                          <a:ea typeface="Calibri" charset="0"/>
                          <a:cs typeface="Calibri" charset="0"/>
                        </a:rPr>
                        <a:t>N. Sujini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239Y1A05A6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Listing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Listing Form (Landlord)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Mahitha Mohan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239Y1A0584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Application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Services &amp; 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Swapna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239Y1A0587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Review &amp; Approval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Search &amp; Browse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 Srujana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239Y1A05A5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 Agreement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Submission 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Reddy Lakshmi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239Y1A04D3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Property Management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Review (Landlord/Agent)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Jayasree 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239Y1A04H3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Landlord Controller &amp; Dashboard Service(Frontend)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Status Tracker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Sandya Urmila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239Y1A04D9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Landlord Controller &amp; Dashboard Service(Backend)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Lease Viewer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9144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61288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RentEasy is a full-stack web application designed to simplify property rental management between landlords, tenants, and agents.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39112"/>
            <a:ext cx="8503920" cy="749808"/>
          </a:xfrm>
          <a:prstGeom prst="rect">
            <a:avLst/>
          </a:prstGeom>
          <a:solidFill>
            <a:srgbClr val="CCECE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039112"/>
            <a:ext cx="9144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5740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rental systems rely on manual processes for listing properties, applying for rentals, reviewing applications, and generating lease agreements — leading to inefficiencies.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93522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935224"/>
            <a:ext cx="9144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53512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digitizes the entire workflow by providing a centralized platform where all rental activities can be managed efficiently.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831336"/>
            <a:ext cx="8503920" cy="749808"/>
          </a:xfrm>
          <a:prstGeom prst="rect">
            <a:avLst/>
          </a:prstGeom>
          <a:solidFill>
            <a:srgbClr val="CCECE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831336"/>
            <a:ext cx="9144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49624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built using React (frontend), Spring Boot (backend), and MySQL (database), following a microservices architecture.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14800" cy="7315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struggle to find reliable property listings and track application status.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4114800" cy="7315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0680" y="12801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Landlords must manually review multiple applications — time-consuming and inefficient.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7889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88920"/>
            <a:ext cx="4114800" cy="7315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agreements are handled offline, making the process less transparent.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7889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88920"/>
            <a:ext cx="4114800" cy="7315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19" name="Text 17"/>
          <p:cNvSpPr/>
          <p:nvPr/>
        </p:nvSpPr>
        <p:spPr>
          <a:xfrm>
            <a:off x="4864608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40680" y="29260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platform for landlords, tenants, and agents to interact efficiently.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4434840"/>
            <a:ext cx="850392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348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Solution: RentEasy automates property listing, application management, and lease generation in a secure and structured way.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029200" cy="34747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Objectives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and efficient rental management platform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Landlords can list properties and manage tenant applications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can browse, apply, and track application status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monitor listings and assist landlords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workflow from application to lease generation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with secure JWT authentication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051560"/>
            <a:ext cx="3291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1051560"/>
            <a:ext cx="32918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Technology Stack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15000" y="1572768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591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Frontend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0644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AFB"/>
                </a:solidFill>
              </a:rPr>
              <a:t>ReactJS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0" y="2322576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3408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Backend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06440" y="25786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B33F"/>
                </a:solidFill>
              </a:rPr>
              <a:t>Spring Boot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15000" y="3072384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 w="12700">
            <a:solidFill>
              <a:srgbClr val="4479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30906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Database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06440" y="332841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79A1"/>
                </a:solidFill>
              </a:rPr>
              <a:t>MySQL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15000" y="3822192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F4F7F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38404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Security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06440" y="407822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JWT Auth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77840" y="4206240"/>
            <a:ext cx="3291840" cy="566928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42062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User → React → REST APIs → Spring Boot → MySQL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2400" dirty="0"/>
          </a:p>
        </p:txBody>
      </p:sp>
      <p:pic>
        <p:nvPicPr>
          <p:cNvPr id="5" name="Image 0" descr="/home/claude/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621792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005840"/>
            <a:ext cx="21945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75120" y="1005840"/>
            <a:ext cx="21945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6720840" y="1005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Benefits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48272" y="1481328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95744" y="148132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</a:rPr>
              <a:t>Scalability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095744" y="169164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Each service scales independently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748272" y="213969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95744" y="2139696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</a:rPr>
              <a:t>Maintainability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95744" y="23500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Easier to maintain &amp; debug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748272" y="2798064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🧩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095744" y="2798064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</a:rPr>
              <a:t>Modularity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095744" y="300837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Loosely coupled components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748272" y="345643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095744" y="345643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</a:rPr>
              <a:t>Independent Dev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095744" y="366674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Teams work in parallel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748272" y="411480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095744" y="411480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</a:rPr>
              <a:t>Fault Isolation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095744" y="43251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Failures don't cascade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&amp; Security Service —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840480" cy="53035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7899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Controller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07899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</a:rPr>
              <a:t>Handles API Requests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1609344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28216"/>
            <a:ext cx="3840480" cy="53035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2821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 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728216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</a:rPr>
              <a:t>Business Logic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94560" y="2258568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77440"/>
            <a:ext cx="3840480" cy="530352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774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Repository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37744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</a:rPr>
              <a:t>Database Communication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2907792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026664"/>
            <a:ext cx="3840480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2666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0266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</a:rPr>
              <a:t>Database Entities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94560" y="3557016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75888"/>
            <a:ext cx="3840480" cy="530352"/>
          </a:xfrm>
          <a:prstGeom prst="rect">
            <a:avLst/>
          </a:prstGeom>
          <a:solidFill>
            <a:srgbClr val="B7770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7588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67588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</a:rPr>
              <a:t>JWT Authentication &amp; Config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94560" y="4206240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325112"/>
            <a:ext cx="3840480" cy="53035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2511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DTO Layer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17520" y="432511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</a:rPr>
              <a:t>Data Transfer Objects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1078992"/>
            <a:ext cx="4297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1078992"/>
            <a:ext cx="42976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10789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Endpoints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1572768"/>
            <a:ext cx="566928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157276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9240" y="15727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/api/user/register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19202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Register a new user in the system.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Accepts: username, email, password, role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2761488"/>
            <a:ext cx="4023360" cy="22860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76148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DTO: RegisterRequest { username, email, password, role }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3035808"/>
            <a:ext cx="566928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303580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49240" y="30358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</a:rPr>
              <a:t>/api/user/login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09160" y="338328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Authenticate user and return JWT token.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Accepts: email, password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4224528"/>
            <a:ext cx="4023360" cy="22860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2245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DTO: LoginRequest { email, password }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0" y="4187952"/>
            <a:ext cx="4297680" cy="34747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44" name="Text 42"/>
          <p:cNvSpPr/>
          <p:nvPr/>
        </p:nvSpPr>
        <p:spPr>
          <a:xfrm>
            <a:off x="4617720" y="418795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Technology: Spring Security + JWT Authentication + BCrypt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&amp; Security Service — Implementation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AuthService (Business Logic)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Registers new users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Validates login credentials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Encrypts passwords using BCrypt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Generates JWT tokens for auth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41148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UserRepository (Data Layer)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Interacts with MySQL via JPA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Saves new user records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Finds users by email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Retrieves user details for auth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71800"/>
            <a:ext cx="4114800" cy="347472"/>
          </a:xfrm>
          <a:prstGeom prst="rect">
            <a:avLst/>
          </a:prstGeom>
          <a:solidFill>
            <a:srgbClr val="B7770D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718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JWT Security Components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383280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JwtUtil – Generates &amp; validates tokens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JwtFilter – Intercepts &amp; verifies requests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SecurityConfig – Spring Security setup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Ensures stateless, secure authentication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71800"/>
            <a:ext cx="4114800" cy="34747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9718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Configuration (application.properties)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383280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Database connection settings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Server port configuration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JWT secret key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Other application settings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 Service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Overview &amp; Technologies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9319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Problem: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Finding rental properties is time-consuming and inefficient in current systems.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Solution: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RentEasy provides a simple and user-friendly property listing interface.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Technologies: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React  </a:t>
            </a:r>
            <a:r>
              <a:rPr lang="en-US" sz="1050" dirty="0" err="1">
                <a:solidFill>
                  <a:srgbClr val="1E293B"/>
                </a:solidFill>
              </a:rPr>
              <a:t>Js</a:t>
            </a:r>
            <a:r>
              <a:rPr lang="en-US" sz="1050" dirty="0">
                <a:solidFill>
                  <a:srgbClr val="1E293B"/>
                </a:solidFill>
              </a:rPr>
              <a:t>, React Router, React Hook Form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Structure: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components/ – Image Uploader, Address Autocomplete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pages/ – Add Property, Landlord Dashboard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51560"/>
            <a:ext cx="42062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Listing Form Fields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3931920" cy="4572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508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</a:rPr>
              <a:t>Title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72200" y="1508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Property listing title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03911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0391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203911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Detailed property description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569464"/>
            <a:ext cx="3931920" cy="4572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56946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</a:rPr>
              <a:t>Property Type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256946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Apartment, House, etc.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9981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998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</a:rPr>
              <a:t>Rent &amp; Deposit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309981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Monthly rent + security deposit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30168"/>
            <a:ext cx="3931920" cy="45720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6301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</a:rPr>
              <a:t>Amenities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36301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Parking, Gym, Pool, Balcony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16052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4160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F"/>
                </a:solidFill>
              </a:rPr>
              <a:t>Images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160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Upload property photos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Application Service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TenantApplicationController — Base URL: /api/tenant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594360" cy="594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/api/tenant/apply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76479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Apply for a property listing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157984"/>
            <a:ext cx="8503920" cy="59436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57984"/>
            <a:ext cx="594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15798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22037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/api/tenant/application/{id}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45973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Get a specific application by 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52928"/>
            <a:ext cx="594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8529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28986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/api/tenant/applications/{tenantId}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1546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Get all applications for a tenant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547872"/>
            <a:ext cx="8503920" cy="594360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547872"/>
            <a:ext cx="59436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5478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" y="3593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/api/tenant/property/{propertyId}/applications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84962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Get all applications for a property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4242816"/>
            <a:ext cx="8503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242816"/>
            <a:ext cx="594360" cy="594360"/>
          </a:xfrm>
          <a:prstGeom prst="rect">
            <a:avLst/>
          </a:prstGeom>
          <a:solidFill>
            <a:srgbClr val="B7770D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424281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42885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/api/tenant/application/{id}/status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454456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Update application status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Review &amp; Approval Service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1A2B5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2412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Tenant Submits Application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40280" y="1261872"/>
            <a:ext cx="228600" cy="0"/>
          </a:xfrm>
          <a:prstGeom prst="line">
            <a:avLst/>
          </a:prstGeom>
          <a:noFill/>
          <a:ln w="25400">
            <a:solidFill>
              <a:srgbClr val="1A2B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1024128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1A2B5F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02412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Landlord Views Applications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34840" y="1261872"/>
            <a:ext cx="228600" cy="0"/>
          </a:xfrm>
          <a:prstGeom prst="line">
            <a:avLst/>
          </a:prstGeom>
          <a:noFill/>
          <a:ln w="25400">
            <a:solidFill>
              <a:srgbClr val="1A2B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24128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1A2B5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02412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Landlord Approves / Rejects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29400" y="1261872"/>
            <a:ext cx="228600" cy="0"/>
          </a:xfrm>
          <a:prstGeom prst="line">
            <a:avLst/>
          </a:prstGeom>
          <a:noFill/>
          <a:ln w="25400">
            <a:solidFill>
              <a:srgbClr val="1A2B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024128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02412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Approved → Create Lease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664208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664208"/>
            <a:ext cx="2743200" cy="34747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16642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Controller — ApplicationReviewController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103120"/>
            <a:ext cx="438912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103120"/>
            <a:ext cx="438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50392" y="2103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/api/landlord/applications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23591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Get applications by property (propertyId)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438912" cy="228600"/>
          </a:xfrm>
          <a:prstGeom prst="rect">
            <a:avLst/>
          </a:prstGeom>
          <a:solidFill>
            <a:srgbClr val="B7770D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017520"/>
            <a:ext cx="438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PUT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50392" y="3017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/api/landlord/application/{id}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32735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Approve or reject an application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931920"/>
            <a:ext cx="438912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931920"/>
            <a:ext cx="438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50392" y="39319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/api/landlord/application/{id}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41879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Get a single application by ID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46120" y="1664208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1664208"/>
            <a:ext cx="27432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3319272" y="16642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Service — ApplicationReviewService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37560" y="2075688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getApplicationsByProperty() – Fetch for a property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approveApplication() – Set status to Approved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rejectApplication() – Set status to Rejected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getApplicationById() – Return application details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1664208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1664208"/>
            <a:ext cx="2743200" cy="34747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7" name="Text 35"/>
          <p:cNvSpPr/>
          <p:nvPr/>
        </p:nvSpPr>
        <p:spPr>
          <a:xfrm>
            <a:off x="6291072" y="16642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Configuration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2075688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application.properties: DB settings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Service configuration and ports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Spring Data JPA integration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Cross-service communication config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Agreement Service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73152" cy="1170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124712"/>
            <a:ext cx="54864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247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51560" y="11247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/api/landlord/lease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0" y="11247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</a:rPr>
              <a:t>Create Lease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453896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Landlord creates a lease for an approved application. Accepts Application ID + Lease details in request body.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50008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50008"/>
            <a:ext cx="73152" cy="1170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" y="2423160"/>
            <a:ext cx="54864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4231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51560" y="24231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/api/landlord/lease/{applicationId}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2423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</a:rPr>
              <a:t>Get Lease by Application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52344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Retrieves the lease associated with a specific application. Used to fetch and read lease data.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48456"/>
            <a:ext cx="8595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648456"/>
            <a:ext cx="73152" cy="1170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" y="3721608"/>
            <a:ext cx="54864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37216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51560" y="37216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/api/tenant/lease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37216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</a:rPr>
              <a:t>Get Tenant Leases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05079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Allows a tenant to view all their lease agreements by providing their tenant ID.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Property Management Service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AgentController — Base URL: /api/agent  |  Role Guard: @PreAuthorize("hasRole('AGENT')")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85953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1517904"/>
            <a:ext cx="5029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51790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508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/api/agent/properties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5179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EF2FF"/>
                </a:solidFill>
              </a:rPr>
              <a:t>Get All Properties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92024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Retrieves all property listings from the database via propertyService.getAllProperties(). Allows agents to view all available properties.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108960"/>
            <a:ext cx="8595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108960"/>
            <a:ext cx="8595360" cy="347472"/>
          </a:xfrm>
          <a:prstGeom prst="rect">
            <a:avLst/>
          </a:prstGeom>
          <a:solidFill>
            <a:srgbClr val="B7770D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" y="3163824"/>
            <a:ext cx="5029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316382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7770D"/>
                </a:solidFill>
              </a:rPr>
              <a:t>PUT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3154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/api/agent/property/{propertyId}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31638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EF2FF"/>
                </a:solidFill>
              </a:rPr>
              <a:t>Update Property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566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Receives updated property details in request body and updates via propertyService.updatePropertyListing(). Allows agents to modify price, description, or availability.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✅  This controller allows agents to view all properties and update listings — accessible only to AGENT role users.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 Dashboard Service — Frontend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73152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Property Cash 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Line chart displaying monthly income from properties. Each point represents rent income for a month.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73152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🥧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5321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Occupancy Pie Chart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15544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Shows % of Occupied (green) vs Vacant (red) properties. Helps landlords understand portfolio utilization.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80360"/>
            <a:ext cx="73152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17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9728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Property Listings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3832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View all property details: Location, Rent, and Status. Button-triggered navigation to listing details.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880360"/>
            <a:ext cx="73152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017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5321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Tenant Applications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3832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Review incoming tenant applications. Landlord can Approve or Reject applications directly.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Technologies: HTML  |  CSS  |  JavaScript  |  Chart Libraries  |  GET &amp; POST APIs for backend communication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 Dashboard Service — Backend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029200" cy="347472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051560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LandlordController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48006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Provides dashboard data for the landlord.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Annotations: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@RestController – Returns data as JSON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@Autowired LeaseService – Lease information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@Autowired PropertyService – Property info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API Endpoint: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GET /Dashboard/getDashboard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Process: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1. getTotalProperties() from PropertyService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2. getTotalLeases() from LeaseService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3. getTotalRevenue() from LeaseService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051560"/>
            <a:ext cx="3291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1051560"/>
            <a:ext cx="329184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623560" y="1051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 Response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1554480"/>
            <a:ext cx="3108960" cy="804672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0" y="1572768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Total Properties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938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Returned in LandlordDashboardDTO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0" y="2560320"/>
            <a:ext cx="3108960" cy="804672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2578608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Total Leases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944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Returned in LandlordDashboardDTO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3566160"/>
            <a:ext cx="3108960" cy="804672"/>
          </a:xfrm>
          <a:prstGeom prst="rect">
            <a:avLst/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60720" y="3584448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40080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Total Revenue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3950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Returned in LandlordDashboardDTO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Implementations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💳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</a:rPr>
              <a:t>Online Payment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Integrated digital payment gateway for rent collection and deposit management.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9728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2344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📍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83280" y="19019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</a:rPr>
              <a:t>Live Locations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194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Real-time location tracking for properties on an interactive map interface.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9728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2344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09360" y="19019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</a:rPr>
              <a:t>Real-Time Alerts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194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Push notifications for application updates, lease renewals, and payment reminders.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6324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2004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57200" y="386791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</a:rPr>
              <a:t>Smart AI Recommendations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AI-powered property suggestions based on tenant preferences and behavior.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30632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06324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32004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383280" y="386791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</a:rPr>
              <a:t>Direct Chat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1605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</a:rPr>
              <a:t>In-platform messaging between landlords, tenants, and agents in real time.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73152" cy="15361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70432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78992" y="1216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Digitizes Property Listings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58191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Streamlined online listing process for landlords and agents.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78992"/>
            <a:ext cx="41148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78992"/>
            <a:ext cx="73152" cy="15361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70432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513832" y="1216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Streamlines Tenant Applications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13832" y="158191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Tenants can apply, track, and manage applications digitally.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70632"/>
            <a:ext cx="41148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70632"/>
            <a:ext cx="73152" cy="15361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862072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78992" y="29077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Automates Approval Workflows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27355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Landlords review and approve applications with one click.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770632"/>
            <a:ext cx="41148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770632"/>
            <a:ext cx="73152" cy="15361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862072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513832" y="29077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</a:rPr>
              <a:t>Generates Digital Lease Agreements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13832" y="327355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Automated lease creation upon application approval.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480560"/>
            <a:ext cx="8595360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48056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RentEasy provides a scalable, efficient, and role-based rental management system for landlords, tenants, and agents.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E3A7A">
              <a:alpha val="70000"/>
            </a:srgbClr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C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RentEasy — Property &amp; Rental Management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27248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K.S.R.M College of Engineering  |  Full Stack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E9A"/>
                </a:solidFill>
              </a:rPr>
              <a:t>React  ·  Spring Boot  ·  MySQL  ·  Microservices Architecture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1561</Words>
  <Application>Microsoft Office PowerPoint</Application>
  <PresentationFormat>On-screen Show (16:9)</PresentationFormat>
  <Paragraphs>344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RentEasy — Property &amp; Rental Management System</dc:title>
  <dc:subject>PptxGenJS Presentation</dc:subject>
  <dc:creator>PptxGenJS</dc:creator>
  <cp:lastModifiedBy>Swapna Korapati</cp:lastModifiedBy>
  <cp:revision>4</cp:revision>
  <dcterms:created xsi:type="dcterms:W3CDTF">2026-03-16T20:03:07Z</dcterms:created>
  <dcterms:modified xsi:type="dcterms:W3CDTF">2026-03-17T02:19:07Z</dcterms:modified>
</cp:coreProperties>
</file>