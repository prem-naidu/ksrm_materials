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640080"/>
            <a:ext cx="2286000" cy="34747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0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MICROSERVICE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ShopEase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Product &amp; Order Management System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" y="2880360"/>
            <a:ext cx="50292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microservice architecture built with React · Spring Boot · MySQL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931920"/>
            <a:ext cx="2468880" cy="658368"/>
          </a:xfrm>
          <a:prstGeom prst="rect">
            <a:avLst/>
          </a:prstGeom>
          <a:solidFill>
            <a:srgbClr val="1C2E4A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931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10 Members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3931920"/>
            <a:ext cx="2468880" cy="658368"/>
          </a:xfrm>
          <a:prstGeom prst="rect">
            <a:avLst/>
          </a:prstGeom>
          <a:solidFill>
            <a:srgbClr val="1C2E4A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3931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10 Microservices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3931920"/>
            <a:ext cx="2468880" cy="658368"/>
          </a:xfrm>
          <a:prstGeom prst="rect">
            <a:avLst/>
          </a:prstGeom>
          <a:solidFill>
            <a:srgbClr val="1C2E4A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39319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3 Tech Stacks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 &amp; Proposed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069080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02336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96112"/>
            <a:ext cx="457200" cy="45720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896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1426464"/>
            <a:ext cx="3749040" cy="18288"/>
          </a:xfrm>
          <a:prstGeom prst="rect">
            <a:avLst/>
          </a:prstGeom>
          <a:solidFill>
            <a:srgbClr val="FEB2B2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591056"/>
            <a:ext cx="292608" cy="292608"/>
          </a:xfrm>
          <a:prstGeom prst="ellipse">
            <a:avLst/>
          </a:prstGeom>
          <a:solidFill>
            <a:srgbClr val="FEB2B2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91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53619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shopping requires physical visits to stores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176272"/>
            <a:ext cx="292608" cy="292608"/>
          </a:xfrm>
          <a:prstGeom prst="ellipse">
            <a:avLst/>
          </a:prstGeom>
          <a:solidFill>
            <a:srgbClr val="FEB2B2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1214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 to a wide range of products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761488"/>
            <a:ext cx="292608" cy="292608"/>
          </a:xfrm>
          <a:prstGeom prst="ellipse">
            <a:avLst/>
          </a:prstGeom>
          <a:solidFill>
            <a:srgbClr val="FEB2B2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7066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managing orders and inventory manually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346704"/>
            <a:ext cx="292608" cy="292608"/>
          </a:xfrm>
          <a:prstGeom prst="ellipse">
            <a:avLst/>
          </a:prstGeom>
          <a:solidFill>
            <a:srgbClr val="FEB2B2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2918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secure role-based system for buyers, sellers &amp; admins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931920"/>
            <a:ext cx="292608" cy="292608"/>
          </a:xfrm>
          <a:prstGeom prst="ellipse">
            <a:avLst/>
          </a:prstGeom>
          <a:solidFill>
            <a:srgbClr val="FEB2B2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87705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real-time order tracking for customers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777240"/>
            <a:ext cx="4023360" cy="4069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777240"/>
            <a:ext cx="40233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896112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32120" y="896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983480" y="1426464"/>
            <a:ext cx="3749040" cy="182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1591056"/>
            <a:ext cx="292608" cy="292608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591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49240" y="153619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 for buying and selling products easily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3480" y="2176272"/>
            <a:ext cx="292608" cy="292608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21214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product browsing with category filters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83480" y="2761488"/>
            <a:ext cx="292608" cy="292608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761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🛒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240" y="270662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order management with real-time tracking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83480" y="3346704"/>
            <a:ext cx="292608" cy="292608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🛠️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49240" y="32918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over products, categories &amp; users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83480" y="3931920"/>
            <a:ext cx="292608" cy="292608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🔐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49240" y="387705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login with roles: Customer, Seller, Admin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Team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10  ·  ShopEase Microservice Project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64008" cy="5303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7043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170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Yashwanth Krishna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14264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Order Mgmt · Frontend Seller &amp; Admin UI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170432"/>
            <a:ext cx="64008" cy="5303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64608" y="1170432"/>
            <a:ext cx="384048" cy="384048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21808" y="1170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Ramudu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21808" y="14264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Order Management Service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920240"/>
            <a:ext cx="64008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192024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1920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Akshaya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" y="2176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Product Management Service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920240"/>
            <a:ext cx="64008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192024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6460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21808" y="1920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Indluru Anjali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21808" y="2176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 &amp; Cart Service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670048"/>
            <a:ext cx="64008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267004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" y="2670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Penchala Prasad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" y="2926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Placement &amp; Cart · Frontend Customer UI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670048"/>
            <a:ext cx="64008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64608" y="267004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26700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Gowthami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21808" y="2926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&amp; Category Service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419856"/>
            <a:ext cx="64008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341985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" y="34198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Naga Surya Reddy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1248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 Tracking Service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419856"/>
            <a:ext cx="64008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64608" y="341985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21808" y="34198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Thanusha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21808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Product Mgmt · Frontend Auth &amp; Shared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169664"/>
            <a:ext cx="640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" y="4169664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41248" y="41696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Sivakumar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41248" y="4425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Category &amp; User Management Service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4169664"/>
            <a:ext cx="64008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64608" y="4169664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21808" y="41696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Thammisetty Jeevan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321808" y="44256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&amp; Security Service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·  Seller  ·  Admin  ·  MySQL Database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29000" y="822960"/>
            <a:ext cx="2286000" cy="38404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29000" y="8229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Login / Register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1207008"/>
            <a:ext cx="0" cy="20116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408176"/>
            <a:ext cx="68580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" y="1408176"/>
            <a:ext cx="22860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" y="14081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Customer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34440" y="1728216"/>
            <a:ext cx="0" cy="13716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93292" y="1810512"/>
            <a:ext cx="82296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" y="1847088"/>
            <a:ext cx="2286000" cy="420624"/>
          </a:xfrm>
          <a:prstGeom prst="rect">
            <a:avLst/>
          </a:prstGeom>
          <a:solidFill>
            <a:srgbClr val="EFF9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" y="1847088"/>
            <a:ext cx="22860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Filter Category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234440" y="2267712"/>
            <a:ext cx="0" cy="13716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93292" y="2350008"/>
            <a:ext cx="82296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" y="2386584"/>
            <a:ext cx="2286000" cy="420624"/>
          </a:xfrm>
          <a:prstGeom prst="rect">
            <a:avLst/>
          </a:prstGeom>
          <a:solidFill>
            <a:srgbClr val="EFF9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" y="2386584"/>
            <a:ext cx="22860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234440" y="2807208"/>
            <a:ext cx="0" cy="137160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93292" y="2889504"/>
            <a:ext cx="82296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" y="2926080"/>
            <a:ext cx="2286000" cy="420624"/>
          </a:xfrm>
          <a:prstGeom prst="rect">
            <a:avLst/>
          </a:prstGeom>
          <a:solidFill>
            <a:srgbClr val="EFF9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" y="2926080"/>
            <a:ext cx="22860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Order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29000" y="1408176"/>
            <a:ext cx="22860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29000" y="14081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Seller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0" y="1728216"/>
            <a:ext cx="0" cy="13716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0852" y="1810512"/>
            <a:ext cx="82296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1847088"/>
            <a:ext cx="228600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29000" y="1847088"/>
            <a:ext cx="22860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Update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2267712"/>
            <a:ext cx="0" cy="13716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30852" y="2350008"/>
            <a:ext cx="82296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0" y="2386584"/>
            <a:ext cx="228600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29000" y="2386584"/>
            <a:ext cx="22860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Incoming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2807208"/>
            <a:ext cx="0" cy="13716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30852" y="2889504"/>
            <a:ext cx="82296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9000" y="2926080"/>
            <a:ext cx="2286000" cy="420624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429000" y="2926080"/>
            <a:ext cx="22860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PENDING→DELIVERED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66560" y="1408176"/>
            <a:ext cx="22860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766560" y="14081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Admin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909560" y="1728216"/>
            <a:ext cx="0" cy="13716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68412" y="1810512"/>
            <a:ext cx="8229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0" y="1847088"/>
            <a:ext cx="2286000" cy="420624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766560" y="1847088"/>
            <a:ext cx="22860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909560" y="2267712"/>
            <a:ext cx="0" cy="13716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8412" y="2350008"/>
            <a:ext cx="8229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2386584"/>
            <a:ext cx="2286000" cy="420624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766560" y="2386584"/>
            <a:ext cx="22860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909560" y="2807208"/>
            <a:ext cx="0" cy="13716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68412" y="2889504"/>
            <a:ext cx="8229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0" y="2926080"/>
            <a:ext cx="2286000" cy="420624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766560" y="2926080"/>
            <a:ext cx="2286000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 Oversee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234440" y="3346704"/>
            <a:ext cx="0" cy="75895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0" y="3346704"/>
            <a:ext cx="0" cy="75895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09560" y="3346704"/>
            <a:ext cx="0" cy="758952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34440" y="4169664"/>
            <a:ext cx="66751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0" y="4169664"/>
            <a:ext cx="0" cy="164592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30852" y="4315968"/>
            <a:ext cx="82296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91840" y="4370832"/>
            <a:ext cx="2560320" cy="438912"/>
          </a:xfrm>
          <a:prstGeom prst="rect">
            <a:avLst/>
          </a:prstGeom>
          <a:solidFill>
            <a:srgbClr val="FFF7ED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91840" y="4251960"/>
            <a:ext cx="2560320" cy="237744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0" y="43708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Database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017520" y="48097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Products · Categories · Orders · OrderItems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Objectives &amp; 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0690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0233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9611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896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426464"/>
            <a:ext cx="3749040" cy="1828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609344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53619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user-friendly e-commerce platform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176272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1031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secure login and registration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74320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267004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product browsing and ordering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310128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323697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admin management features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877056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80390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scalable microservice-based architecture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777240"/>
            <a:ext cx="4023360" cy="406908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777240"/>
            <a:ext cx="40233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89611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32120" y="896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83480" y="1426464"/>
            <a:ext cx="3749040" cy="1828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1536192"/>
            <a:ext cx="105156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536192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0760" y="1536192"/>
            <a:ext cx="2651760" cy="59436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15361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83480" y="2249424"/>
            <a:ext cx="105156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249424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80760" y="2249424"/>
            <a:ext cx="265176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2249424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Spring Boot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83480" y="2962656"/>
            <a:ext cx="105156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2962656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080760" y="2962656"/>
            <a:ext cx="2651760" cy="59436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68" y="2962656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83480" y="3675888"/>
            <a:ext cx="1051560" cy="59436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675888"/>
            <a:ext cx="1051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80760" y="3675888"/>
            <a:ext cx="265176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44768" y="367588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·  VS Code  ·  MySQL Workbench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ShopEase offers across all roles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651760" cy="1325880"/>
          </a:xfrm>
          <a:prstGeom prst="rect">
            <a:avLst/>
          </a:prstGeom>
          <a:solidFill>
            <a:srgbClr val="F1F5F9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64008" cy="13258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97280"/>
            <a:ext cx="438912" cy="438912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07899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" y="1517904"/>
            <a:ext cx="24688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5819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login &amp; registration for Customer, Seller, and Admin roles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987552"/>
            <a:ext cx="2651760" cy="132588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987552"/>
            <a:ext cx="64008" cy="1325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097280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🗂️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13048" y="107899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64408" y="1517904"/>
            <a:ext cx="24688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15819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search products with category filters and stock availability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987552"/>
            <a:ext cx="2651760" cy="1325880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987552"/>
            <a:ext cx="64008" cy="1325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1097280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0972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93408" y="107899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44768" y="1517904"/>
            <a:ext cx="24688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15819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orders with cart-style inputs, stock validation &amp; total computation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496312"/>
            <a:ext cx="2651760" cy="132588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496312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260604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2688" y="258775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84048" y="3026664"/>
            <a:ext cx="24688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0906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track orders in real time: PENDING → PROCESSING → SHIPPED → DELIVERED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54680" y="2496312"/>
            <a:ext cx="2651760" cy="13258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54680" y="2496312"/>
            <a:ext cx="64008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2606040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🏪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813048" y="258775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Dashboard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64408" y="3026664"/>
            <a:ext cx="24688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64408" y="30906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list products, manage inventory and fulfil incoming orders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35040" y="2496312"/>
            <a:ext cx="2651760" cy="1325880"/>
          </a:xfrm>
          <a:prstGeom prst="rect">
            <a:avLst/>
          </a:prstGeom>
          <a:solidFill>
            <a:srgbClr val="FFF5F5"/>
          </a:solidFill>
          <a:ln w="12700">
            <a:solidFill>
              <a:srgbClr val="E53E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2496312"/>
            <a:ext cx="64008" cy="13258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2606040"/>
            <a:ext cx="438912" cy="43891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606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🛠️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693408" y="2587752"/>
            <a:ext cx="1901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Panel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144768" y="3026664"/>
            <a:ext cx="246888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44768" y="309067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manage product categories and oversee all registered user accounts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Login &amp; Register Page</a:t>
            </a:r>
            <a:endParaRPr lang="en-US" sz="2600" dirty="0"/>
          </a:p>
        </p:txBody>
      </p:sp>
      <p:pic>
        <p:nvPicPr>
          <p:cNvPr id="4" name="Image 0" descr="/mnt/user-data/uploads/s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658368"/>
            <a:ext cx="6400800" cy="4297680"/>
          </a:xfrm>
          <a:prstGeom prst="rect">
            <a:avLst/>
          </a:prstGeom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Dashboard — Browse Products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 see after login</a:t>
            </a:r>
            <a:endParaRPr lang="en-US" sz="1100" dirty="0"/>
          </a:p>
        </p:txBody>
      </p:sp>
      <p:pic>
        <p:nvPicPr>
          <p:cNvPr id="5" name="Image 0" descr="/mnt/user-data/uploads/s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4114800"/>
          </a:xfrm>
          <a:prstGeom prst="rect">
            <a:avLst/>
          </a:prstGeom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Seller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1605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40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Overview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09160" y="640080"/>
            <a:ext cx="416052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6400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Add New Product</a:t>
            </a:r>
            <a:endParaRPr lang="en-US" sz="1000" dirty="0"/>
          </a:p>
        </p:txBody>
      </p:sp>
      <p:pic>
        <p:nvPicPr>
          <p:cNvPr id="8" name="Image 0" descr="/mnt/user-data/uploads/s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4160520" cy="3931920"/>
          </a:xfrm>
          <a:prstGeom prst="rect">
            <a:avLst/>
          </a:prstGeom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pic>
      <p:pic>
        <p:nvPicPr>
          <p:cNvPr id="9" name="Image 1" descr="/mnt/user-data/uploads/s3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960120"/>
            <a:ext cx="4160520" cy="3931920"/>
          </a:xfrm>
          <a:prstGeom prst="rect">
            <a:avLst/>
          </a:prstGeom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Dashboard — Manage Users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view, manage and delete all registered users</a:t>
            </a:r>
            <a:endParaRPr lang="en-US" sz="1100" dirty="0"/>
          </a:p>
        </p:txBody>
      </p:sp>
      <p:pic>
        <p:nvPicPr>
          <p:cNvPr id="5" name="Image 0" descr="/mnt/user-data/uploads/s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4114800"/>
          </a:xfrm>
          <a:prstGeom prst="rect">
            <a:avLst/>
          </a:prstGeom>
          <a:effectLst>
            <a:outerShdw sx="100000" sy="100000" kx="0" ky="0" algn="bl" rotWithShape="0" blurRad="177800" dist="38100" dir="81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Future Enhancements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069080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02336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96112"/>
            <a:ext cx="457200" cy="45720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896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426464"/>
            <a:ext cx="3749040" cy="18288"/>
          </a:xfrm>
          <a:prstGeom prst="rect">
            <a:avLst/>
          </a:prstGeom>
          <a:solidFill>
            <a:srgbClr val="FEB2B2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609344"/>
            <a:ext cx="274320" cy="274320"/>
          </a:xfrm>
          <a:prstGeom prst="ellipse">
            <a:avLst/>
          </a:prstGeom>
          <a:solidFill>
            <a:srgbClr val="FEB2B2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🔗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53619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10 microservices across team members without conflicts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176272"/>
            <a:ext cx="274320" cy="274320"/>
          </a:xfrm>
          <a:prstGeom prst="ellipse">
            <a:avLst/>
          </a:prstGeom>
          <a:solidFill>
            <a:srgbClr val="FEB2B2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1031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JWT security and role-based access across all endpoints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743200"/>
            <a:ext cx="274320" cy="274320"/>
          </a:xfrm>
          <a:prstGeom prst="ellipse">
            <a:avLst/>
          </a:prstGeom>
          <a:solidFill>
            <a:srgbClr val="FEB2B2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🗄️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267004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shared database entities across independent services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310128"/>
            <a:ext cx="274320" cy="274320"/>
          </a:xfrm>
          <a:prstGeom prst="ellipse">
            <a:avLst/>
          </a:prstGeom>
          <a:solidFill>
            <a:srgbClr val="FEB2B2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323697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stock levels consistent during concurrent order placements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877056"/>
            <a:ext cx="274320" cy="274320"/>
          </a:xfrm>
          <a:prstGeom prst="ellipse">
            <a:avLst/>
          </a:prstGeom>
          <a:solidFill>
            <a:srgbClr val="FEB2B2"/>
          </a:solidFill>
          <a:ln w="12700">
            <a:solidFill>
              <a:srgbClr val="FEB2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🖥️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80390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React frontend with multiple Spring Boot backend services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777240"/>
            <a:ext cx="4023360" cy="406908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777240"/>
            <a:ext cx="40233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83480" y="896112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896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32120" y="8961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83480" y="1426464"/>
            <a:ext cx="3749040" cy="1828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1609344"/>
            <a:ext cx="274320" cy="274320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💳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240" y="153619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online payment gateway (Razorpay / Stripe)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83480" y="2176272"/>
            <a:ext cx="274320" cy="274320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📱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49240" y="210312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mobile app using React Native for iOS &amp; Android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983480" y="2743200"/>
            <a:ext cx="274320" cy="274320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⭐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49240" y="267004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 ratings, reviews and wishlist features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983480" y="3310128"/>
            <a:ext cx="274320" cy="274320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📧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49240" y="323697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SMS notifications for order status updates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83480" y="3877056"/>
            <a:ext cx="274320" cy="274320"/>
          </a:xfrm>
          <a:prstGeom prst="ellipse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📊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49240" y="380390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 for sellers and admins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ShopEase successfully demonstrates a real-world microservice architecture by combining React, Spring Boot, and MySQL into a fully functional e-commerce platform. The project enabled 10 team members to collaborate on 10 independent services — each owning a dedicated responsibility.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2651760" cy="3017520"/>
          </a:xfrm>
          <a:prstGeom prst="rect">
            <a:avLst/>
          </a:prstGeom>
          <a:solidFill>
            <a:srgbClr val="0D2B1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74520"/>
            <a:ext cx="26517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385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Goals Achieved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999232"/>
            <a:ext cx="1920240" cy="182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auth, product catalog, order management, seller &amp; admin dashboards all delivered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874520"/>
            <a:ext cx="2651760" cy="3017520"/>
          </a:xfrm>
          <a:prstGeom prst="rect">
            <a:avLst/>
          </a:prstGeom>
          <a:solidFill>
            <a:srgbClr val="0A203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87452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9385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0" y="2578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66160" y="2999232"/>
            <a:ext cx="1920240" cy="182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06324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members built 10 microservices following a structured build order with clean API contracts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874520"/>
            <a:ext cx="2651760" cy="3017520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874520"/>
            <a:ext cx="26517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9385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126480" y="25786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2999232"/>
            <a:ext cx="1920240" cy="182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06324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experience in full-stack development, REST APIs, JWT security &amp; microservices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1C2E4A"/>
          </a:solidFill>
          <a:ln w="12700">
            <a:solidFill>
              <a:srgbClr val="1C2E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🙏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097280" y="272491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hope ShopEase gave you a clear picture of microservice-based full-stack development.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3337560"/>
            <a:ext cx="27432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474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ShopEase  ·  Online Product &amp; Order Management System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3977640"/>
            <a:ext cx="1463040" cy="347472"/>
          </a:xfrm>
          <a:prstGeom prst="rect">
            <a:avLst/>
          </a:prstGeom>
          <a:solidFill>
            <a:srgbClr val="1C2E4A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71800" y="3977640"/>
            <a:ext cx="1463040" cy="347472"/>
          </a:xfrm>
          <a:prstGeom prst="rect">
            <a:avLst/>
          </a:prstGeom>
          <a:solidFill>
            <a:srgbClr val="1C2E4A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977640"/>
            <a:ext cx="1463040" cy="347472"/>
          </a:xfrm>
          <a:prstGeom prst="rect">
            <a:avLst/>
          </a:prstGeom>
          <a:solidFill>
            <a:srgbClr val="1C2E4A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3977640"/>
            <a:ext cx="1463040" cy="347472"/>
          </a:xfrm>
          <a:prstGeom prst="rect">
            <a:avLst/>
          </a:prstGeom>
          <a:solidFill>
            <a:srgbClr val="1C2E4A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977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2026-03-15T19:31:44Z</dcterms:created>
  <dcterms:modified xsi:type="dcterms:W3CDTF">2026-03-15T19:31:44Z</dcterms:modified>
</cp:coreProperties>
</file>