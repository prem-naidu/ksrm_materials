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7" r:id="rId15"/>
    <p:sldId id="270" r:id="rId16"/>
    <p:sldId id="271" r:id="rId17"/>
    <p:sldId id="272" r:id="rId18"/>
    <p:sldId id="276" r:id="rId19"/>
    <p:sldId id="273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76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982" y="91440"/>
            <a:ext cx="4572000" cy="4572000"/>
          </a:xfrm>
          <a:prstGeom prst="ellipse">
            <a:avLst/>
          </a:prstGeom>
          <a:solidFill>
            <a:srgbClr val="1E40AF">
              <a:alpha val="30000"/>
            </a:srgbClr>
          </a:solidFill>
          <a:ln w="12700">
            <a:solidFill>
              <a:srgbClr val="1E40A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97180"/>
            <a:ext cx="3657600" cy="36576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GymFlow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&amp; Fitness Center Management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3716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 •  Spring Boot Backend  •  MySQL Database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team of 11 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005840"/>
            <a:ext cx="1463040" cy="822960"/>
          </a:xfrm>
          <a:prstGeom prst="rect">
            <a:avLst/>
          </a:prstGeom>
          <a:solidFill>
            <a:srgbClr val="1E40AF">
              <a:alpha val="80000"/>
            </a:srgbClr>
          </a:solidFill>
          <a:ln w="12700">
            <a:solidFill>
              <a:srgbClr val="1E40A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100584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Plans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1005840"/>
            <a:ext cx="1463040" cy="8229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0" y="100584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Mgmt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1463040" cy="822960"/>
          </a:xfrm>
          <a:prstGeom prst="rect">
            <a:avLst/>
          </a:prstGeom>
          <a:solidFill>
            <a:srgbClr val="065F46">
              <a:alpha val="80000"/>
            </a:srgbClr>
          </a:solidFill>
          <a:ln w="12700">
            <a:solidFill>
              <a:srgbClr val="065F4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Plans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2103120"/>
            <a:ext cx="1463040" cy="822960"/>
          </a:xfrm>
          <a:prstGeom prst="rect">
            <a:avLst/>
          </a:prstGeom>
          <a:solidFill>
            <a:srgbClr val="4C1D95">
              <a:alpha val="80000"/>
            </a:srgbClr>
          </a:solidFill>
          <a:ln w="12700">
            <a:solidFill>
              <a:srgbClr val="4C1D95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Reports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Solution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160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2062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778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The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350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staff manage everything manually — paper registers, phone calls, and spreadsheets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84708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105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have no way to browse available trainers or view their workout plans online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232257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860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cannot assign trainers to members efficiently — it is done verbally or on paper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279806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614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centralised view of revenue, subscriptions, or attendance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327355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2369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cannot create or share structured workout plans with their members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374904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71246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— any staff member can view or change any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0016" y="724838"/>
            <a:ext cx="4206240" cy="4160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777240"/>
            <a:ext cx="4206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8778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Our Solution — GymFlow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64608" y="137160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13350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that digitises and automates all gym operations end-to-end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64608" y="184708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18105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 register, choose subscription plans, browse trainers, and view workout plans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64608" y="232257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22860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lets admins assign trainers to members with one click and track all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64608" y="2798064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7614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reports provide live stats on revenue, subscriptions, and trainer workloads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64608" y="32735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32369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can create personalised workout plans for each assigned member from their dashboard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64608" y="374904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371246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role guards ensure Members, Trainers, and Admins only see their own 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 — What is GymFlow?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503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GymFlow is a full-stack Gym &amp; Fitness Center Management System built with React, Spring Boot, and MySQL. It provides a single platform for three types of users — Members, Trainers, and Admins — each with their own role-specific dashboard and protected routes. The system covers the complete lifecycle of a gym member, from registration and subscription to trainer assignment, personalised workout plans, and fitness class booking.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901952"/>
            <a:ext cx="164592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" y="22494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56816" y="1901952"/>
            <a:ext cx="1645920" cy="100584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56816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56816" y="22494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56816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30752" y="1901952"/>
            <a:ext cx="164592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30752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30752" y="22494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30752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04688" y="1901952"/>
            <a:ext cx="164592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065F46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04688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04688" y="22494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04688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Modules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78624" y="1901952"/>
            <a:ext cx="164592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78624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👷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78624" y="22494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78624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3035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82880" y="3429000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429000"/>
            <a:ext cx="54864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342900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88720" y="34290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Axios + React Context API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429000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429000"/>
            <a:ext cx="54864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342900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34290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  •  Spring Data JPA  •  REST APIs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82880" y="4050792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4050792"/>
            <a:ext cx="54864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405079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88720" y="40507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•  Hibernate ORM  •  Auto DDL via JPA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4050792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4050792"/>
            <a:ext cx="54864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405079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40507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 •  Role-Based Access Control (RBAC)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 — Three User Roles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26517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🧑‍💪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25603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Subscribe, Browse Trainers, View Workout Plans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26517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2121408"/>
            <a:ext cx="25603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Platform, Assign Trainers, View Reports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265176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2296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🏋️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121408"/>
            <a:ext cx="25603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Profile, Create Workout Plans for Members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630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Stack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23360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4023360"/>
            <a:ext cx="182880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Axios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402336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68880" y="4023360"/>
            <a:ext cx="54864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96896" y="4023360"/>
            <a:ext cx="182880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02336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4023360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4023360"/>
            <a:ext cx="182880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402336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0" y="4023360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6016" y="4023360"/>
            <a:ext cx="182880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Journey — Welcome &amp; Role Selection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25603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777240"/>
            <a:ext cx="4114800" cy="25603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274320" y="3401568"/>
            <a:ext cx="41148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3401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/ Landing Page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754880" y="3401568"/>
            <a:ext cx="41148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54880" y="3401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Selection — Member / Admin / Trainer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4320" y="38587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"Get Started" → Select your Role → Login or Register as a new user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74320" y="433425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credentials: Member → alice/pass  |  Trainer → bob/pass  |  Admin → admin/admin123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— Register &amp; Login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256032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777240"/>
            <a:ext cx="256032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777240"/>
            <a:ext cx="256032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182880" y="3767328"/>
            <a:ext cx="256032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82880" y="3767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Register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2926080" y="3767328"/>
            <a:ext cx="256032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926080" y="3767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Login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669280" y="3767328"/>
            <a:ext cx="25603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669280" y="3767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74320" y="42062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the form → Spring Boot validates credentials → JWT token issued → Role detected → Redirected to correct dashboard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(FR-06): POST /api/user/register  •  POST /api/user/login  •  Returns { token, userId, username, role 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Dashboard — Overview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120640" cy="320040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577840" y="822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Features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77840" y="1261872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261872"/>
            <a:ext cx="54864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1261872"/>
            <a:ext cx="32004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Subscription status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1947672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947672"/>
            <a:ext cx="54864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1947672"/>
            <a:ext cx="32004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Assigned trainer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77840" y="2633472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633472"/>
            <a:ext cx="54864" cy="548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2633472"/>
            <a:ext cx="32004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Workout plan status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77840" y="3319272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319272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3319272"/>
            <a:ext cx="32004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Quick action buttons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82880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 the member immediately sees their subscription plan, assigned trainer name and specialty, and their current workout plan — all in one glance.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77840" y="41330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 | FR-02 | FR-03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— Subscription Plans &amp; Browse Trainers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420624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77240"/>
            <a:ext cx="429768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182880" y="3767328"/>
            <a:ext cx="420624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2880" y="3767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— Basic / Standard / Premium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663440" y="3767328"/>
            <a:ext cx="42976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63440" y="3767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Trainers — Filter by Specialty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82880" y="418795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choose from 3 tiered plans (Basic ₹29, Standard ₹59, Premium ₹99). They can also browse all available trainers, filtered by specialty, and see who has been assigned to them by the admin.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82880" y="462686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FR-01: POST /api/member/subscribe  •  FR-02: GET /api/member/trainers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 — Platform Overview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760720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Stats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23444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23444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Members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06640" y="123444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06640" y="123444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Trainers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22402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24028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06640" y="22402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06640" y="224028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82880" y="41605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gets a bird's eye view of the entire platform — total members, trainer counts, subscription statuses, and all current trainer-member assignments — all in one place.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82880" y="45994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 | FR-06: GET /api/admin/members  •  GET /api/admin/trainers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— Assign Trainer &amp; Platform Reports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420624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77240"/>
            <a:ext cx="429768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182880" y="3767328"/>
            <a:ext cx="42062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2880" y="3767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Trainer to Member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663440" y="3767328"/>
            <a:ext cx="4297680" cy="3200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63440" y="3767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Subscription &amp; Attendance Reports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82880" y="418795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selects any member and any available trainer and pairs them instantly. The assignment is then visible to the trainer, enabling them to create a workout plan. Reports show monthly revenue, subscription breakdown by plan, and trainer workload.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82880" y="462686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FR-02: POST /api/admin/assign-trainer  •  FR-05: GET /api/admin/reports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Trainer Dashboard — Profile &amp; Members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420624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77240"/>
            <a:ext cx="429768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182880" y="3767328"/>
            <a:ext cx="420624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2880" y="3767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Dashboard — Stats &amp; Members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663440" y="3767328"/>
            <a:ext cx="42976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63440" y="3767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Editor — Visible to Members Browsing Trainers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82880" y="418795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can update their specialty, bio, years of experience, and toggle their availability. This profile is displayed live in the Browse Trainers section so members always see up-to-date information.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82880" y="462686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FR-02: POST /api/trainer/profile  •  PUT /api/trainer/availability  •  GET /api/member/trainers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Trainer — Assigned Members &amp; Create Workout Plans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420624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77240"/>
            <a:ext cx="429768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182880" y="3767328"/>
            <a:ext cx="420624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2880" y="3767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Members — kundana → bob (Active)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663440" y="3767328"/>
            <a:ext cx="42976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63440" y="3767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Workout Plan — Title, Description, Difficulty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82880" y="418795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admin assigns a member, the trainer sees them in the Assigned Members list. The trainer then selects the member, fills in the plan title, description, and difficulty level, and clicks Create &amp; Send to push the plan to the member.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82880" y="462686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FR-03: POST /api/trainer/workout-plan  •  Validates trainer is assigned to member before allowing creation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Workout Plan — Full End-to-End Flow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4206240" cy="21031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49808"/>
            <a:ext cx="4297680" cy="21031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2971800"/>
            <a:ext cx="4206240" cy="19202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971800"/>
            <a:ext cx="4297680" cy="19202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Shape 2"/>
          <p:cNvSpPr/>
          <p:nvPr/>
        </p:nvSpPr>
        <p:spPr>
          <a:xfrm>
            <a:off x="182880" y="2852928"/>
            <a:ext cx="42062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18288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Fills Form — Member, Title, Description, Difficulty</a:t>
            </a:r>
            <a:endParaRPr lang="en-US" sz="950" dirty="0"/>
          </a:p>
        </p:txBody>
      </p:sp>
      <p:sp>
        <p:nvSpPr>
          <p:cNvPr id="10" name="Shape 4"/>
          <p:cNvSpPr/>
          <p:nvPr/>
        </p:nvSpPr>
        <p:spPr>
          <a:xfrm>
            <a:off x="4663440" y="2852928"/>
            <a:ext cx="4297680" cy="2926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4663440" y="28529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Plan sent, all members now have plans</a:t>
            </a:r>
            <a:endParaRPr lang="en-US" sz="950" dirty="0"/>
          </a:p>
        </p:txBody>
      </p:sp>
      <p:sp>
        <p:nvSpPr>
          <p:cNvPr id="12" name="Shape 6"/>
          <p:cNvSpPr/>
          <p:nvPr/>
        </p:nvSpPr>
        <p:spPr>
          <a:xfrm>
            <a:off x="182880" y="4864608"/>
            <a:ext cx="420624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182880" y="48646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Dashboard — Trainer (bob) and Plan (1 week) visible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4663440" y="4864608"/>
            <a:ext cx="429768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663440" y="48646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Views Full Plan — pushups, squats, Medium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— Fitness Classes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420624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777240"/>
            <a:ext cx="4297680" cy="2926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182880" y="3767328"/>
            <a:ext cx="420624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2880" y="3767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Classes — Before adding (3 classes)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663440" y="3767328"/>
            <a:ext cx="42976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63440" y="3767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Classes — After adding (4 classes)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82880" y="418795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 view all available fitness classes from the Fitness Classes page. Each class shows its ID, name, capacity, and ACTIVE status. Members can cancel a booking using the Cancel button. After Admin adds a new class via POST /api/admin/class, it instantly appears in the list.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82880" y="462686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FR-04: GET /api/member/classes  •  Admin: POST /api/admin/class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— Member 1: Auth &amp; Security  |  Member 2: Membership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2062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206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77240"/>
            <a:ext cx="5029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77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&amp; Security  (FR-06)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com.gymflow.auth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User (id, username, password, email, role)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8013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Enum: Role { MEMBER, TRAINER, ADMIN 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0299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DTO: RegisterRequest, LoginRequest, LoginResponse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2585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UserRepository: findByUsername, existsByUsername,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871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existsByEmail, findAllByRole, countByRole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7157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AuthService: register(), login(), loadUserByUsername()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9443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JwtTokenProvider: generateToken(), validateToken(),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1729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getUsernameFromToken()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4015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JwtTokenFilter: doFilterInternal() — runs every request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6301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SecurityConfig: permitAll /register /login,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38587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hasRole ADMIN/MEMBER/TRAINER per route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0873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/api/user/register  →  201 Created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43159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/api/user/login     →  200 + JWT token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777240"/>
            <a:ext cx="4206240" cy="420624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777240"/>
            <a:ext cx="42062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77724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777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 Plan  (FR-01)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com.gymflow.membership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15727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MembershipPlan (id, planName, durationMonths,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18013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price, features)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20299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Subscription (id, member FK, plan FK,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2585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startDate, endDate, subscriptionStatus)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24871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Enum: SubscriptionStatus { ACTIVE, EXPIRED, CANCELLED }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27157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MembershipPlanRepository: findByPlanName, findAll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29443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SubscriptionRepository: findByMemberId,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1729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countByPlanId, findByStatus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34015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MembershipService: createPlan(), subscribeMember(),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36301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getActiveSubscription(), getSubscriberCountByPlan()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38587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/api/admin/plan         →  Admin creates plan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40873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/api/member/subscribe   →  Member subscribes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46320" y="43159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/api/member/subscription→  View active plan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— Member 3: Trainer Profile  |  Member 4: Workout Plans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206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77240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77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Trainer Profile  (FR-02)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com.gymflow.trainer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Trainer (id, user FK, specialty, bio,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8196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yearsExperience, available)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0665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TrainerRepository: findByUserId, findByAvailableTrue,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313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findBySpecialtyContaining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TrainerService: createOrUpdateProfile(),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8072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getAvailableTrainers(specialtyFilter),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30540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toggleAvailability(), getTrainerById()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3009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getAllTrainers()  ← called by M7 Admin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/api/trainer/profile    →  Create/update profile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794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/api/member/trainers    →  Browse available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4041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 /api/trainer/availability → Toggle on/off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5171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</a:t>
            </a:r>
            <a:r>
              <a:rPr lang="en-US" sz="950" b="1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/trainers/{id}     → Get data by Id</a:t>
            </a:r>
          </a:p>
          <a:p>
            <a:pPr marL="0" indent="0">
              <a:buNone/>
            </a:pPr>
            <a:endParaRPr lang="en-US" sz="950" dirty="0"/>
          </a:p>
          <a:p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 /</a:t>
            </a:r>
            <a:r>
              <a:rPr lang="en-US" sz="950" b="1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/trainers/{id}     → Delete data by Id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777240"/>
            <a:ext cx="4206240" cy="4206240"/>
          </a:xfrm>
          <a:prstGeom prst="rect">
            <a:avLst/>
          </a:prstGeom>
          <a:solidFill>
            <a:srgbClr val="F0FDF4"/>
          </a:solidFill>
          <a:ln w="12700">
            <a:solidFill>
              <a:srgbClr val="065F4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777240"/>
            <a:ext cx="4206240" cy="5486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777240"/>
            <a:ext cx="50292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777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Workout Plans  (FR-03)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com.gymflow.workout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572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WorkoutPlan (id, title, description,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18196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difficulty, trainer FK, member FK, createdAt)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0665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Enum: Difficulty { EASY, MEDIUM, HARD }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2313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WorkoutPlanRepository: findByMemberId,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findByTrainerId, findByTrainerIdAndMemberId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28072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WorkoutPlanService: createWorkoutPlan(),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0540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updateWorkoutPlan(), getPlansByMember(),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3009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getPlansByTrainer()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5478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⚠ Validates via M5.isAssigned() before creating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3794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/api/trainer/workout-plan →  Create plan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4041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/api/member/workout-plans →  Member views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42885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 /api/trainer/workout-plan/{id} → Update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— Member 5: Trainer Assignment  |  Member 7: Admin Reports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20624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20624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77240"/>
            <a:ext cx="50292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77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Trainer Assignment  (FR-02/03)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com.gymflow.assignment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TrainerAssignment (id, member FK, trainer FK,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8196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assignedDate, assignmentStatus)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0665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Enum: AssignmentStatus { ACTIVE, COMPLETED, CANCELLED 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313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TrainerAssignmentRepository: findByMemberId,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findByTrainerId, countByTrainerId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8072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TrainerAssignmentService: assignTrainer(),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30540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getMembersByTrainer(), getTrainerByMember(),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3009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isAssigned()  ← CALLED BY M4 to validate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getAssignmentCountByTrainer() ← used by M7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794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/api/admin/assign-trainer →  Admin assigns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4041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/api/trainer/members      →  Trainer views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2885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/api/member/trainer       →  Member views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777240"/>
            <a:ext cx="4206240" cy="4206240"/>
          </a:xfrm>
          <a:prstGeom prst="rect">
            <a:avLst/>
          </a:prstGeom>
          <a:solidFill>
            <a:srgbClr val="ECFDF5"/>
          </a:solidFill>
          <a:ln w="12700">
            <a:solidFill>
              <a:srgbClr val="0E749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777240"/>
            <a:ext cx="420624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777240"/>
            <a:ext cx="50292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777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Reports  (FR-05/06)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com.gymflow.admin  (NO entities)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572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DTO: ReportSummary (totalMembers, totalTrainers,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18196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activeSubscriptions, totalRevenue,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0665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totalWorkoutPlans, totalClassBookings)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2313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AdminReportDao: Injects repositories from M1-M5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getAllMembersWithDetails()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28072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getAllTrainersWithCounts()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0540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generateReportSummary()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3009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AdminReportService: aggregates all data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5478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/api/admin/members  →  Members + subscription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3794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/api/admin/trainers →  Trainers + counts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4041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/api/admin/reports  →  Full platform report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42885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/api/admin/plans    →  Plans + subscriber count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— Member 6: Fitness Classes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20624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20624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77240"/>
            <a:ext cx="50292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77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Classes  (FR-04)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com.gymflow.fitnessclass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FitnessClass (id, className, capacity,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8196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classStatus)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0665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Enum: ClassStatus { ACTIVE, CANCELLED 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313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FitnessClassRepository: findAll,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findById, findByClassStatus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8072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FitnessClassService: createClass(),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30540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getAllClasses(), cancelClass(),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3009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getClassById()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FitnessClassController: REST endpoints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794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/api/admin/class       →  Admin creates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4041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/api/member/classes    →  Member views all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2885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 /api/admin/class/{id}/cancel → Cancel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777240"/>
            <a:ext cx="4206240" cy="4206240"/>
          </a:xfrm>
          <a:prstGeom prst="rect">
            <a:avLst/>
          </a:prstGeom>
          <a:solidFill>
            <a:srgbClr val="ECFDF5"/>
          </a:solidFill>
          <a:ln w="12700">
            <a:solidFill>
              <a:srgbClr val="0E749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777240"/>
            <a:ext cx="420624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777240"/>
            <a:ext cx="50292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777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Fitness Classes View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 browse all available fitness classes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572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Admin. Each class shows ID, name,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18196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and status. Members can cancel their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0665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using the Cancel button (sets status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2313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CANCELLED). Admin creates new classes via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/api/admin/class with className,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28072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trainerName, and capacity. On creation the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0540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is returned with id and null fields for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3009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trainerId (set later by admin).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5478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/api/member/classes   →  200 OK (list)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3794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/api/admin/class      →  200 OK (object)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4041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{ id, className, capacity,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42885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classStatus, schedule, trainerId }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68580"/>
            <a:ext cx="4572000" cy="4572000"/>
          </a:xfrm>
          <a:prstGeom prst="ellipse">
            <a:avLst/>
          </a:prstGeom>
          <a:solidFill>
            <a:srgbClr val="1E40AF">
              <a:alpha val="25000"/>
            </a:srgbClr>
          </a:solidFill>
          <a:ln w="12700">
            <a:solidFill>
              <a:srgbClr val="1E40A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525780"/>
            <a:ext cx="4572000" cy="45720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Dependency 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7 backend services depend on each other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Auth (User entity)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by ALL members (M2–M7) as Foreign Key in their entities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2880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28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Trainer Profile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availability checked by M5 before allowing trainer assignment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8412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95728"/>
            <a:ext cx="54864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Trainer Assignment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6334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isAssigned() called by M4 before a trainer can create a workout plan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8412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62656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Membership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20040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getSubscriberCountByPlan() consumed by M7 for revenue reports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29584"/>
            <a:ext cx="8412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29584"/>
            <a:ext cx="54864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Trainer Assignment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76732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getAssignmentCountByTrainer() consumed by M7 for workload reports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8412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96512"/>
            <a:ext cx="54864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96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— Admin Reports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33425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aggregates data from M1, M2, M3, M4, M5 repositories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Order:  M1  →  M2 &amp; M3  →  M4 &amp; M5  →  M7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1778" y="196948"/>
            <a:ext cx="4325816" cy="4923692"/>
          </a:xfrm>
          <a:prstGeom prst="ellipse">
            <a:avLst/>
          </a:prstGeom>
          <a:solidFill>
            <a:srgbClr val="1E40AF">
              <a:alpha val="25000"/>
            </a:srgbClr>
          </a:solidFill>
          <a:ln w="12700">
            <a:solidFill>
              <a:srgbClr val="1E40A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4572000" y="91440"/>
            <a:ext cx="4572000" cy="45720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548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🏟️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GymFlow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26080" y="3017520"/>
            <a:ext cx="329184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9184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329184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3291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29184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291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329184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3291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329184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3291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15  |  Group of 11  |  Full Stack Web Application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2232</Words>
  <Application>Microsoft Office PowerPoint</Application>
  <PresentationFormat>On-screen Show (16:9)</PresentationFormat>
  <Paragraphs>303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GymFlow - Gym &amp; Fitness Center Management System</dc:title>
  <dc:subject>PptxGenJS Presentation</dc:subject>
  <dc:creator>PptxGenJS</dc:creator>
  <cp:lastModifiedBy>Mounika Koduru</cp:lastModifiedBy>
  <cp:revision>7</cp:revision>
  <dcterms:created xsi:type="dcterms:W3CDTF">2026-03-16T05:27:09Z</dcterms:created>
  <dcterms:modified xsi:type="dcterms:W3CDTF">2026-03-16T10:06:16Z</dcterms:modified>
</cp:coreProperties>
</file>